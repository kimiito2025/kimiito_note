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704" r:id="rId2"/>
  </p:sldMasterIdLst>
  <p:notesMasterIdLst>
    <p:notesMasterId r:id="rId5"/>
  </p:notesMasterIdLst>
  <p:sldIdLst>
    <p:sldId id="256" r:id="rId4"/>
    <p:sldId id="257" r:id="rId3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5DBFFA-FBEE-8A59-E70D-8C263AC2D77D}" name="Kimie Ito (kimiito)" initials="KI(" userId="S::kimiito@cisco.com::8234d24d-6ebd-4a8b-a251-27bf1cd061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6247" autoAdjust="0"/>
  </p:normalViewPr>
  <p:slideViewPr>
    <p:cSldViewPr snapToGrid="0">
      <p:cViewPr varScale="1">
        <p:scale>
          <a:sx n="98" d="100"/>
          <a:sy n="98" d="100"/>
        </p:scale>
        <p:origin x="11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8/10/relationships/authors" Target="author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ie Ito (kimiito)" userId="8234d24d-6ebd-4a8b-a251-27bf1cd0618e" providerId="ADAL" clId="{9C300FA0-8605-D046-8BE5-42CB89840DE7}"/>
    <pc:docChg chg="undo custSel addSld modSld sldOrd modSection">
      <pc:chgData name="Kimie Ito (kimiito)" userId="8234d24d-6ebd-4a8b-a251-27bf1cd0618e" providerId="ADAL" clId="{9C300FA0-8605-D046-8BE5-42CB89840DE7}" dt="2023-10-31T06:23:48.009" v="742" actId="20577"/>
      <pc:docMkLst>
        <pc:docMk/>
      </pc:docMkLst>
      <pc:sldChg chg="addSp delSp modSp new mod modNotesTx">
        <pc:chgData name="Kimie Ito (kimiito)" userId="8234d24d-6ebd-4a8b-a251-27bf1cd0618e" providerId="ADAL" clId="{9C300FA0-8605-D046-8BE5-42CB89840DE7}" dt="2023-10-24T01:21:01.743" v="621" actId="20577"/>
        <pc:sldMkLst>
          <pc:docMk/>
          <pc:sldMk cId="1183057960" sldId="558"/>
        </pc:sldMkLst>
      </pc:sldChg>
      <pc:sldChg chg="addSp modSp new mod ord">
        <pc:chgData name="Kimie Ito (kimiito)" userId="8234d24d-6ebd-4a8b-a251-27bf1cd0618e" providerId="ADAL" clId="{9C300FA0-8605-D046-8BE5-42CB89840DE7}" dt="2023-10-31T06:23:48.009" v="742" actId="20577"/>
        <pc:sldMkLst>
          <pc:docMk/>
          <pc:sldMk cId="2529859802" sldId="559"/>
        </pc:sldMkLst>
      </pc:sldChg>
    </pc:docChg>
  </pc:docChgLst>
  <pc:docChgLst>
    <pc:chgData name="Kimie Ito (kimiito)" userId="8234d24d-6ebd-4a8b-a251-27bf1cd0618e" providerId="ADAL" clId="{AB04E690-BE4E-495A-BFB1-5AB4DBE7580B}"/>
    <pc:docChg chg="undo redo custSel addSld modSld sldOrd addSection modSection">
      <pc:chgData name="Kimie Ito (kimiito)" userId="8234d24d-6ebd-4a8b-a251-27bf1cd0618e" providerId="ADAL" clId="{AB04E690-BE4E-495A-BFB1-5AB4DBE7580B}" dt="2024-11-12T08:17:44.161" v="1700" actId="207"/>
      <pc:docMkLst>
        <pc:docMk/>
      </pc:docMkLst>
      <pc:sldChg chg="addSp delSp modSp mod">
        <pc:chgData name="Kimie Ito (kimiito)" userId="8234d24d-6ebd-4a8b-a251-27bf1cd0618e" providerId="ADAL" clId="{AB04E690-BE4E-495A-BFB1-5AB4DBE7580B}" dt="2024-11-12T08:17:44.161" v="1700" actId="207"/>
        <pc:sldMkLst>
          <pc:docMk/>
          <pc:sldMk cId="4180786411" sldId="258"/>
        </pc:sldMkLst>
      </pc:sldChg>
      <pc:sldChg chg="delSp modSp mod">
        <pc:chgData name="Kimie Ito (kimiito)" userId="8234d24d-6ebd-4a8b-a251-27bf1cd0618e" providerId="ADAL" clId="{AB04E690-BE4E-495A-BFB1-5AB4DBE7580B}" dt="2024-09-11T02:15:09.637" v="1145" actId="478"/>
        <pc:sldMkLst>
          <pc:docMk/>
          <pc:sldMk cId="3308921426" sldId="261"/>
        </pc:sldMkLst>
      </pc:sldChg>
      <pc:sldChg chg="delCm">
        <pc:chgData name="Kimie Ito (kimiito)" userId="8234d24d-6ebd-4a8b-a251-27bf1cd0618e" providerId="ADAL" clId="{AB04E690-BE4E-495A-BFB1-5AB4DBE7580B}" dt="2024-07-04T06:01:19.983" v="1115"/>
        <pc:sldMkLst>
          <pc:docMk/>
          <pc:sldMk cId="845117565" sldId="54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Kimie Ito (kimiito)" userId="8234d24d-6ebd-4a8b-a251-27bf1cd0618e" providerId="ADAL" clId="{AB04E690-BE4E-495A-BFB1-5AB4DBE7580B}" dt="2024-07-04T06:01:19.983" v="1115"/>
              <pc2:cmMkLst xmlns:pc2="http://schemas.microsoft.com/office/powerpoint/2019/9/main/command">
                <pc:docMk/>
                <pc:sldMk cId="845117565" sldId="549"/>
                <pc2:cmMk id="{E81D8F1F-9849-6040-B940-EBE279143F57}"/>
              </pc2:cmMkLst>
            </pc226:cmChg>
          </p:ext>
        </pc:extLst>
      </pc:sldChg>
      <pc:sldChg chg="addSp modSp mod">
        <pc:chgData name="Kimie Ito (kimiito)" userId="8234d24d-6ebd-4a8b-a251-27bf1cd0618e" providerId="ADAL" clId="{AB04E690-BE4E-495A-BFB1-5AB4DBE7580B}" dt="2024-07-04T07:08:48.836" v="1136" actId="20577"/>
        <pc:sldMkLst>
          <pc:docMk/>
          <pc:sldMk cId="4202373687" sldId="550"/>
        </pc:sldMkLst>
      </pc:sldChg>
      <pc:sldChg chg="addSp delSp modSp add mod">
        <pc:chgData name="Kimie Ito (kimiito)" userId="8234d24d-6ebd-4a8b-a251-27bf1cd0618e" providerId="ADAL" clId="{AB04E690-BE4E-495A-BFB1-5AB4DBE7580B}" dt="2024-06-18T05:47:54.271" v="562" actId="14100"/>
        <pc:sldMkLst>
          <pc:docMk/>
          <pc:sldMk cId="23699880" sldId="565"/>
        </pc:sldMkLst>
      </pc:sldChg>
      <pc:sldChg chg="addSp delSp modSp new mod ord modNotesTx">
        <pc:chgData name="Kimie Ito (kimiito)" userId="8234d24d-6ebd-4a8b-a251-27bf1cd0618e" providerId="ADAL" clId="{AB04E690-BE4E-495A-BFB1-5AB4DBE7580B}" dt="2024-06-25T04:24:17.234" v="1114" actId="20577"/>
        <pc:sldMkLst>
          <pc:docMk/>
          <pc:sldMk cId="2215702156" sldId="566"/>
        </pc:sldMkLst>
      </pc:sldChg>
      <pc:sldChg chg="add">
        <pc:chgData name="Kimie Ito (kimiito)" userId="8234d24d-6ebd-4a8b-a251-27bf1cd0618e" providerId="ADAL" clId="{AB04E690-BE4E-495A-BFB1-5AB4DBE7580B}" dt="2024-11-11T06:35:47.643" v="1146"/>
        <pc:sldMkLst>
          <pc:docMk/>
          <pc:sldMk cId="1001715544" sldId="567"/>
        </pc:sldMkLst>
      </pc:sldChg>
    </pc:docChg>
  </pc:docChgLst>
  <pc:docChgLst>
    <pc:chgData name="Kimie Ito (kimiito)" userId="8234d24d-6ebd-4a8b-a251-27bf1cd0618e" providerId="ADAL" clId="{D915759E-02AE-4A5A-B805-010E18D6FBA3}"/>
    <pc:docChg chg="custSel addSld delSld modSld addSection modSection">
      <pc:chgData name="Kimie Ito (kimiito)" userId="8234d24d-6ebd-4a8b-a251-27bf1cd0618e" providerId="ADAL" clId="{D915759E-02AE-4A5A-B805-010E18D6FBA3}" dt="2025-04-08T05:16:57.962" v="22" actId="2696"/>
      <pc:docMkLst>
        <pc:docMk/>
      </pc:docMkLst>
      <pc:sldChg chg="addSp delSp modSp new del mod">
        <pc:chgData name="Kimie Ito (kimiito)" userId="8234d24d-6ebd-4a8b-a251-27bf1cd0618e" providerId="ADAL" clId="{D915759E-02AE-4A5A-B805-010E18D6FBA3}" dt="2025-04-08T05:16:57.962" v="22" actId="2696"/>
        <pc:sldMkLst>
          <pc:docMk/>
          <pc:sldMk cId="1990132271" sldId="571"/>
        </pc:sldMkLst>
      </pc:sldChg>
    </pc:docChg>
  </pc:docChgLst>
  <pc:docChgLst>
    <pc:chgData name="Kimie Ito (kimiito)" userId="8234d24d-6ebd-4a8b-a251-27bf1cd0618e" providerId="ADAL" clId="{AD57CD18-B41A-4217-BCDE-F1D890A9C84B}"/>
    <pc:docChg chg="undo custSel addSld delSld modSld sldOrd delSection">
      <pc:chgData name="Kimie Ito (kimiito)" userId="8234d24d-6ebd-4a8b-a251-27bf1cd0618e" providerId="ADAL" clId="{AD57CD18-B41A-4217-BCDE-F1D890A9C84B}" dt="2025-09-30T00:00:13.091" v="4415"/>
      <pc:docMkLst>
        <pc:docMk/>
      </pc:docMkLst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740183496" sldId="25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180786411" sldId="25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943121322" sldId="25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308921426" sldId="26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496826597" sldId="26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598844889" sldId="26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801128886" sldId="38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494731839" sldId="49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318698579" sldId="52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36592057" sldId="53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044173716" sldId="53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095760482" sldId="532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913945771" sldId="53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143895723" sldId="53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823740603" sldId="535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11784421" sldId="53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538150754" sldId="53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565089375" sldId="53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919799773" sldId="54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792382021" sldId="542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761511301" sldId="54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57622060" sldId="545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277273439" sldId="546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058773757" sldId="54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857660933" sldId="54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845117565" sldId="54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202373687" sldId="55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42114466" sldId="55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539245168" sldId="552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513153519" sldId="55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058186994" sldId="55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899080586" sldId="555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256687210" sldId="556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40170266" sldId="55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183057960" sldId="55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529859802" sldId="55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887288549" sldId="56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3699880" sldId="565"/>
        </pc:sldMkLst>
      </pc:sldChg>
      <pc:sldChg chg="del ord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215702156" sldId="566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001715544" sldId="56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086776535" sldId="56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870807353" sldId="56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981808670" sldId="57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521005477" sldId="57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879897025" sldId="572"/>
        </pc:sldMkLst>
      </pc:sldChg>
      <pc:sldChg chg="modSp add mod ord">
        <pc:chgData name="Kimie Ito (kimiito)" userId="8234d24d-6ebd-4a8b-a251-27bf1cd0618e" providerId="ADAL" clId="{AD57CD18-B41A-4217-BCDE-F1D890A9C84B}" dt="2025-09-16T08:26:00.145" v="26" actId="20577"/>
        <pc:sldMkLst>
          <pc:docMk/>
          <pc:sldMk cId="1000786425" sldId="2147483577"/>
        </pc:sldMkLst>
      </pc:sldChg>
      <pc:sldChg chg="addSp delSp modSp add mod">
        <pc:chgData name="Kimie Ito (kimiito)" userId="8234d24d-6ebd-4a8b-a251-27bf1cd0618e" providerId="ADAL" clId="{AD57CD18-B41A-4217-BCDE-F1D890A9C84B}" dt="2025-09-17T04:57:21.565" v="1084" actId="20577"/>
        <pc:sldMkLst>
          <pc:docMk/>
          <pc:sldMk cId="3183060023" sldId="2147483578"/>
        </pc:sldMkLst>
      </pc:sldChg>
      <pc:sldChg chg="modSp add mod">
        <pc:chgData name="Kimie Ito (kimiito)" userId="8234d24d-6ebd-4a8b-a251-27bf1cd0618e" providerId="ADAL" clId="{AD57CD18-B41A-4217-BCDE-F1D890A9C84B}" dt="2025-09-17T00:59:35.775" v="452" actId="14100"/>
        <pc:sldMkLst>
          <pc:docMk/>
          <pc:sldMk cId="1572937072" sldId="2147483579"/>
        </pc:sldMkLst>
        <pc:spChg chg="mod">
          <ac:chgData name="Kimie Ito (kimiito)" userId="8234d24d-6ebd-4a8b-a251-27bf1cd0618e" providerId="ADAL" clId="{AD57CD18-B41A-4217-BCDE-F1D890A9C84B}" dt="2025-09-17T00:59:35.775" v="452" actId="14100"/>
          <ac:spMkLst>
            <pc:docMk/>
            <pc:sldMk cId="1572937072" sldId="2147483579"/>
            <ac:spMk id="2" creationId="{3C64212D-66B9-4769-40F0-DAC1BA7C0E04}"/>
          </ac:spMkLst>
        </pc:spChg>
      </pc:sldChg>
      <pc:sldChg chg="add del">
        <pc:chgData name="Kimie Ito (kimiito)" userId="8234d24d-6ebd-4a8b-a251-27bf1cd0618e" providerId="ADAL" clId="{AD57CD18-B41A-4217-BCDE-F1D890A9C84B}" dt="2025-09-16T08:37:33.573" v="347" actId="47"/>
        <pc:sldMkLst>
          <pc:docMk/>
          <pc:sldMk cId="1898224477" sldId="2147483580"/>
        </pc:sldMkLst>
      </pc:sldChg>
      <pc:sldChg chg="modSp add mod">
        <pc:chgData name="Kimie Ito (kimiito)" userId="8234d24d-6ebd-4a8b-a251-27bf1cd0618e" providerId="ADAL" clId="{AD57CD18-B41A-4217-BCDE-F1D890A9C84B}" dt="2025-09-17T05:03:25.699" v="1131" actId="20577"/>
        <pc:sldMkLst>
          <pc:docMk/>
          <pc:sldMk cId="2245951310" sldId="2147483581"/>
        </pc:sldMkLst>
      </pc:sldChg>
      <pc:sldChg chg="add mod modShow modNotesTx">
        <pc:chgData name="Kimie Ito (kimiito)" userId="8234d24d-6ebd-4a8b-a251-27bf1cd0618e" providerId="ADAL" clId="{AD57CD18-B41A-4217-BCDE-F1D890A9C84B}" dt="2025-09-17T04:57:58.308" v="1086" actId="20577"/>
        <pc:sldMkLst>
          <pc:docMk/>
          <pc:sldMk cId="4054119525" sldId="2147483582"/>
        </pc:sldMkLst>
      </pc:sldChg>
      <pc:sldChg chg="add del">
        <pc:chgData name="Kimie Ito (kimiito)" userId="8234d24d-6ebd-4a8b-a251-27bf1cd0618e" providerId="ADAL" clId="{AD57CD18-B41A-4217-BCDE-F1D890A9C84B}" dt="2025-09-16T08:33:44.450" v="340" actId="47"/>
        <pc:sldMkLst>
          <pc:docMk/>
          <pc:sldMk cId="2484056682" sldId="2147483583"/>
        </pc:sldMkLst>
      </pc:sldChg>
      <pc:sldChg chg="add del mod modShow modNotesTx">
        <pc:chgData name="Kimie Ito (kimiito)" userId="8234d24d-6ebd-4a8b-a251-27bf1cd0618e" providerId="ADAL" clId="{AD57CD18-B41A-4217-BCDE-F1D890A9C84B}" dt="2025-09-17T04:58:03.080" v="1087" actId="20577"/>
        <pc:sldMkLst>
          <pc:docMk/>
          <pc:sldMk cId="3620179274" sldId="2147483584"/>
        </pc:sldMkLst>
      </pc:sldChg>
      <pc:sldChg chg="add del">
        <pc:chgData name="Kimie Ito (kimiito)" userId="8234d24d-6ebd-4a8b-a251-27bf1cd0618e" providerId="ADAL" clId="{AD57CD18-B41A-4217-BCDE-F1D890A9C84B}" dt="2025-09-16T08:36:50.624" v="343" actId="47"/>
        <pc:sldMkLst>
          <pc:docMk/>
          <pc:sldMk cId="3024265365" sldId="2147483585"/>
        </pc:sldMkLst>
      </pc:sldChg>
      <pc:sldChg chg="add del">
        <pc:chgData name="Kimie Ito (kimiito)" userId="8234d24d-6ebd-4a8b-a251-27bf1cd0618e" providerId="ADAL" clId="{AD57CD18-B41A-4217-BCDE-F1D890A9C84B}" dt="2025-09-16T08:36:52.753" v="344" actId="47"/>
        <pc:sldMkLst>
          <pc:docMk/>
          <pc:sldMk cId="3625247325" sldId="2147483586"/>
        </pc:sldMkLst>
      </pc:sldChg>
      <pc:sldChg chg="addSp delSp modSp add mod modShow modNotesTx">
        <pc:chgData name="Kimie Ito (kimiito)" userId="8234d24d-6ebd-4a8b-a251-27bf1cd0618e" providerId="ADAL" clId="{AD57CD18-B41A-4217-BCDE-F1D890A9C84B}" dt="2025-09-17T04:58:06.077" v="1088" actId="20577"/>
        <pc:sldMkLst>
          <pc:docMk/>
          <pc:sldMk cId="1181167761" sldId="2147483587"/>
        </pc:sldMkLst>
      </pc:sldChg>
      <pc:sldChg chg="add ord">
        <pc:chgData name="Kimie Ito (kimiito)" userId="8234d24d-6ebd-4a8b-a251-27bf1cd0618e" providerId="ADAL" clId="{AD57CD18-B41A-4217-BCDE-F1D890A9C84B}" dt="2025-09-16T08:37:19.468" v="346"/>
        <pc:sldMkLst>
          <pc:docMk/>
          <pc:sldMk cId="777299949" sldId="2147483588"/>
        </pc:sldMkLst>
      </pc:sldChg>
      <pc:sldChg chg="add del">
        <pc:chgData name="Kimie Ito (kimiito)" userId="8234d24d-6ebd-4a8b-a251-27bf1cd0618e" providerId="ADAL" clId="{AD57CD18-B41A-4217-BCDE-F1D890A9C84B}" dt="2025-09-16T08:37:33.573" v="347" actId="47"/>
        <pc:sldMkLst>
          <pc:docMk/>
          <pc:sldMk cId="79922893" sldId="2147483589"/>
        </pc:sldMkLst>
      </pc:sldChg>
      <pc:sldChg chg="add del">
        <pc:chgData name="Kimie Ito (kimiito)" userId="8234d24d-6ebd-4a8b-a251-27bf1cd0618e" providerId="ADAL" clId="{AD57CD18-B41A-4217-BCDE-F1D890A9C84B}" dt="2025-09-16T08:37:33.573" v="347" actId="47"/>
        <pc:sldMkLst>
          <pc:docMk/>
          <pc:sldMk cId="2291341945" sldId="2147483590"/>
        </pc:sldMkLst>
      </pc:sldChg>
      <pc:sldChg chg="modSp add mod ord">
        <pc:chgData name="Kimie Ito (kimiito)" userId="8234d24d-6ebd-4a8b-a251-27bf1cd0618e" providerId="ADAL" clId="{AD57CD18-B41A-4217-BCDE-F1D890A9C84B}" dt="2025-09-16T08:26:10.007" v="32"/>
        <pc:sldMkLst>
          <pc:docMk/>
          <pc:sldMk cId="3111001964" sldId="2147483591"/>
        </pc:sldMkLst>
      </pc:sldChg>
      <pc:sldChg chg="new">
        <pc:chgData name="Kimie Ito (kimiito)" userId="8234d24d-6ebd-4a8b-a251-27bf1cd0618e" providerId="ADAL" clId="{AD57CD18-B41A-4217-BCDE-F1D890A9C84B}" dt="2025-09-16T08:48:48.654" v="351" actId="680"/>
        <pc:sldMkLst>
          <pc:docMk/>
          <pc:sldMk cId="272112241" sldId="2147483592"/>
        </pc:sldMkLst>
      </pc:sldChg>
      <pc:sldChg chg="addSp modSp new mod">
        <pc:chgData name="Kimie Ito (kimiito)" userId="8234d24d-6ebd-4a8b-a251-27bf1cd0618e" providerId="ADAL" clId="{AD57CD18-B41A-4217-BCDE-F1D890A9C84B}" dt="2025-09-17T04:56:32.247" v="1055" actId="1076"/>
        <pc:sldMkLst>
          <pc:docMk/>
          <pc:sldMk cId="1497885451" sldId="2147483593"/>
        </pc:sldMkLst>
      </pc:sldChg>
      <pc:sldChg chg="addSp delSp modSp add mod">
        <pc:chgData name="Kimie Ito (kimiito)" userId="8234d24d-6ebd-4a8b-a251-27bf1cd0618e" providerId="ADAL" clId="{AD57CD18-B41A-4217-BCDE-F1D890A9C84B}" dt="2025-09-17T01:11:59.798" v="517" actId="1036"/>
        <pc:sldMkLst>
          <pc:docMk/>
          <pc:sldMk cId="4247681605" sldId="2147483594"/>
        </pc:sldMkLst>
      </pc:sldChg>
      <pc:sldChg chg="addSp delSp add mod">
        <pc:chgData name="Kimie Ito (kimiito)" userId="8234d24d-6ebd-4a8b-a251-27bf1cd0618e" providerId="ADAL" clId="{AD57CD18-B41A-4217-BCDE-F1D890A9C84B}" dt="2025-09-17T01:11:54.730" v="505" actId="22"/>
        <pc:sldMkLst>
          <pc:docMk/>
          <pc:sldMk cId="173496173" sldId="2147483595"/>
        </pc:sldMkLst>
      </pc:sldChg>
      <pc:sldChg chg="addSp modSp new mod">
        <pc:chgData name="Kimie Ito (kimiito)" userId="8234d24d-6ebd-4a8b-a251-27bf1cd0618e" providerId="ADAL" clId="{AD57CD18-B41A-4217-BCDE-F1D890A9C84B}" dt="2025-09-25T06:37:41.400" v="3083" actId="20577"/>
        <pc:sldMkLst>
          <pc:docMk/>
          <pc:sldMk cId="3353499905" sldId="2147483596"/>
        </pc:sldMkLst>
      </pc:sldChg>
      <pc:sldChg chg="modSp add del mod">
        <pc:chgData name="Kimie Ito (kimiito)" userId="8234d24d-6ebd-4a8b-a251-27bf1cd0618e" providerId="ADAL" clId="{AD57CD18-B41A-4217-BCDE-F1D890A9C84B}" dt="2025-09-17T04:40:54.088" v="593" actId="47"/>
        <pc:sldMkLst>
          <pc:docMk/>
          <pc:sldMk cId="3825484617" sldId="2147483596"/>
        </pc:sldMkLst>
      </pc:sldChg>
      <pc:sldChg chg="modSp add del mod">
        <pc:chgData name="Kimie Ito (kimiito)" userId="8234d24d-6ebd-4a8b-a251-27bf1cd0618e" providerId="ADAL" clId="{AD57CD18-B41A-4217-BCDE-F1D890A9C84B}" dt="2025-09-17T05:22:32.868" v="1168" actId="47"/>
        <pc:sldMkLst>
          <pc:docMk/>
          <pc:sldMk cId="3998344316" sldId="2147483596"/>
        </pc:sldMkLst>
      </pc:sldChg>
      <pc:sldChg chg="addSp modSp new mod">
        <pc:chgData name="Kimie Ito (kimiito)" userId="8234d24d-6ebd-4a8b-a251-27bf1cd0618e" providerId="ADAL" clId="{AD57CD18-B41A-4217-BCDE-F1D890A9C84B}" dt="2025-09-22T04:54:17.320" v="1891" actId="20577"/>
        <pc:sldMkLst>
          <pc:docMk/>
          <pc:sldMk cId="3414995015" sldId="2147483597"/>
        </pc:sldMkLst>
      </pc:sldChg>
      <pc:sldChg chg="addSp delSp modSp new mod">
        <pc:chgData name="Kimie Ito (kimiito)" userId="8234d24d-6ebd-4a8b-a251-27bf1cd0618e" providerId="ADAL" clId="{AD57CD18-B41A-4217-BCDE-F1D890A9C84B}" dt="2025-09-24T07:00:08.084" v="3066" actId="1076"/>
        <pc:sldMkLst>
          <pc:docMk/>
          <pc:sldMk cId="39316632" sldId="2147483598"/>
        </pc:sldMkLst>
      </pc:sldChg>
      <pc:sldChg chg="add">
        <pc:chgData name="Kimie Ito (kimiito)" userId="8234d24d-6ebd-4a8b-a251-27bf1cd0618e" providerId="ADAL" clId="{AD57CD18-B41A-4217-BCDE-F1D890A9C84B}" dt="2025-09-24T06:59:25.245" v="3057"/>
        <pc:sldMkLst>
          <pc:docMk/>
          <pc:sldMk cId="1200594495" sldId="2147483599"/>
        </pc:sldMkLst>
      </pc:sldChg>
      <pc:sldChg chg="add del modTransition">
        <pc:chgData name="Kimie Ito (kimiito)" userId="8234d24d-6ebd-4a8b-a251-27bf1cd0618e" providerId="ADAL" clId="{AD57CD18-B41A-4217-BCDE-F1D890A9C84B}" dt="2025-09-24T06:59:25.220" v="3056"/>
        <pc:sldMkLst>
          <pc:docMk/>
          <pc:sldMk cId="3808760555" sldId="2147483599"/>
        </pc:sldMkLst>
      </pc:sldChg>
      <pc:sldChg chg="add del modTransition">
        <pc:chgData name="Kimie Ito (kimiito)" userId="8234d24d-6ebd-4a8b-a251-27bf1cd0618e" providerId="ADAL" clId="{AD57CD18-B41A-4217-BCDE-F1D890A9C84B}" dt="2025-09-24T06:59:25.220" v="3056"/>
        <pc:sldMkLst>
          <pc:docMk/>
          <pc:sldMk cId="681603732" sldId="2147483600"/>
        </pc:sldMkLst>
      </pc:sldChg>
      <pc:sldChg chg="add">
        <pc:chgData name="Kimie Ito (kimiito)" userId="8234d24d-6ebd-4a8b-a251-27bf1cd0618e" providerId="ADAL" clId="{AD57CD18-B41A-4217-BCDE-F1D890A9C84B}" dt="2025-09-24T06:59:25.245" v="3057"/>
        <pc:sldMkLst>
          <pc:docMk/>
          <pc:sldMk cId="2470132721" sldId="2147483600"/>
        </pc:sldMkLst>
      </pc:sldChg>
      <pc:sldChg chg="add">
        <pc:chgData name="Kimie Ito (kimiito)" userId="8234d24d-6ebd-4a8b-a251-27bf1cd0618e" providerId="ADAL" clId="{AD57CD18-B41A-4217-BCDE-F1D890A9C84B}" dt="2025-09-24T06:59:35.940" v="3058"/>
        <pc:sldMkLst>
          <pc:docMk/>
          <pc:sldMk cId="3611542694" sldId="2147483601"/>
        </pc:sldMkLst>
      </pc:sldChg>
      <pc:sldChg chg="modSp add mod">
        <pc:chgData name="Kimie Ito (kimiito)" userId="8234d24d-6ebd-4a8b-a251-27bf1cd0618e" providerId="ADAL" clId="{AD57CD18-B41A-4217-BCDE-F1D890A9C84B}" dt="2025-09-30T00:00:13.091" v="4415"/>
        <pc:sldMkLst>
          <pc:docMk/>
          <pc:sldMk cId="3468959039" sldId="2147483602"/>
        </pc:sldMkLst>
      </pc:sldChg>
      <pc:sldMasterChg chg="delSldLayout">
        <pc:chgData name="Kimie Ito (kimiito)" userId="8234d24d-6ebd-4a8b-a251-27bf1cd0618e" providerId="ADAL" clId="{AD57CD18-B41A-4217-BCDE-F1D890A9C84B}" dt="2025-09-16T08:48:38.051" v="350" actId="47"/>
        <pc:sldMasterMkLst>
          <pc:docMk/>
          <pc:sldMasterMk cId="3329438467" sldId="2147483648"/>
        </pc:sldMasterMkLst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3922632643" sldId="2147483660"/>
          </pc:sldLayoutMkLst>
        </pc:sldLayoutChg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1891424804" sldId="2147483661"/>
          </pc:sldLayoutMkLst>
        </pc:sldLayoutChg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3721498103" sldId="2147483662"/>
          </pc:sldLayoutMkLst>
        </pc:sldLayoutChg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3737377174" sldId="2147483703"/>
          </pc:sldLayoutMkLst>
        </pc:sldLayoutChg>
      </pc:sldMasterChg>
      <pc:sldMasterChg chg="delSldLayout">
        <pc:chgData name="Kimie Ito (kimiito)" userId="8234d24d-6ebd-4a8b-a251-27bf1cd0618e" providerId="ADAL" clId="{AD57CD18-B41A-4217-BCDE-F1D890A9C84B}" dt="2025-09-16T08:48:38.051" v="350" actId="47"/>
        <pc:sldMasterMkLst>
          <pc:docMk/>
          <pc:sldMasterMk cId="2116929006" sldId="2147483663"/>
        </pc:sldMasterMkLst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2116929006" sldId="2147483663"/>
            <pc:sldLayoutMk cId="928622137" sldId="2147483691"/>
          </pc:sldLayoutMkLst>
        </pc:sldLayoutChg>
      </pc:sldMasterChg>
      <pc:sldMasterChg chg="delSldLayout">
        <pc:chgData name="Kimie Ito (kimiito)" userId="8234d24d-6ebd-4a8b-a251-27bf1cd0618e" providerId="ADAL" clId="{AD57CD18-B41A-4217-BCDE-F1D890A9C84B}" dt="2025-09-16T08:37:33.573" v="347" actId="47"/>
        <pc:sldMasterMkLst>
          <pc:docMk/>
          <pc:sldMasterMk cId="1934658833" sldId="2147483704"/>
        </pc:sldMasterMkLst>
        <pc:sldLayoutChg chg="del">
          <pc:chgData name="Kimie Ito (kimiito)" userId="8234d24d-6ebd-4a8b-a251-27bf1cd0618e" providerId="ADAL" clId="{AD57CD18-B41A-4217-BCDE-F1D890A9C84B}" dt="2025-09-16T08:37:33.573" v="347" actId="47"/>
          <pc:sldLayoutMkLst>
            <pc:docMk/>
            <pc:sldMasterMk cId="1934658833" sldId="2147483704"/>
            <pc:sldLayoutMk cId="2236302136" sldId="2147483759"/>
          </pc:sldLayoutMkLst>
        </pc:sldLayoutChg>
      </pc:sldMasterChg>
    </pc:docChg>
  </pc:docChgLst>
  <pc:docChgLst>
    <pc:chgData name="Kimie Ito (kimiito)" userId="8234d24d-6ebd-4a8b-a251-27bf1cd0618e" providerId="ADAL" clId="{9B79D600-6E44-4250-A3E0-00910DD23616}"/>
    <pc:docChg chg="delSld delMainMaster delSection modSection">
      <pc:chgData name="Kimie Ito (kimiito)" userId="8234d24d-6ebd-4a8b-a251-27bf1cd0618e" providerId="ADAL" clId="{9B79D600-6E44-4250-A3E0-00910DD23616}" dt="2025-02-25T07:21:25.982" v="1" actId="17851"/>
      <pc:docMkLst>
        <pc:docMk/>
      </pc:docMkLst>
      <pc:sldChg chg="del">
        <pc:chgData name="Kimie Ito (kimiito)" userId="8234d24d-6ebd-4a8b-a251-27bf1cd0618e" providerId="ADAL" clId="{9B79D600-6E44-4250-A3E0-00910DD23616}" dt="2025-02-25T07:21:05.005" v="0" actId="2696"/>
        <pc:sldMkLst>
          <pc:docMk/>
          <pc:sldMk cId="2127275821" sldId="256"/>
        </pc:sldMkLst>
      </pc:sldChg>
      <pc:sldChg chg="del">
        <pc:chgData name="Kimie Ito (kimiito)" userId="8234d24d-6ebd-4a8b-a251-27bf1cd0618e" providerId="ADAL" clId="{9B79D600-6E44-4250-A3E0-00910DD23616}" dt="2025-02-25T07:21:05.005" v="0" actId="2696"/>
        <pc:sldMkLst>
          <pc:docMk/>
          <pc:sldMk cId="366197191" sldId="517"/>
        </pc:sldMkLst>
      </pc:sldChg>
      <pc:sldChg chg="del">
        <pc:chgData name="Kimie Ito (kimiito)" userId="8234d24d-6ebd-4a8b-a251-27bf1cd0618e" providerId="ADAL" clId="{9B79D600-6E44-4250-A3E0-00910DD23616}" dt="2025-02-25T07:21:05.005" v="0" actId="2696"/>
        <pc:sldMkLst>
          <pc:docMk/>
          <pc:sldMk cId="636706348" sldId="564"/>
        </pc:sldMkLst>
      </pc:sldChg>
      <pc:sldMasterChg chg="del delSldLayout">
        <pc:chgData name="Kimie Ito (kimiito)" userId="8234d24d-6ebd-4a8b-a251-27bf1cd0618e" providerId="ADAL" clId="{9B79D600-6E44-4250-A3E0-00910DD23616}" dt="2025-02-25T07:21:05.005" v="0" actId="2696"/>
        <pc:sldMasterMkLst>
          <pc:docMk/>
          <pc:sldMasterMk cId="691992814" sldId="2147483758"/>
        </pc:sldMasterMkLst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57242998" sldId="2147483759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994699461" sldId="2147483760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4050480460" sldId="2147483761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589698482" sldId="2147483762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484271943" sldId="2147483763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3146653942" sldId="2147483764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1397382080" sldId="2147483765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3787603091" sldId="2147483766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917987645" sldId="2147483767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610913910" sldId="2147483768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4072017090" sldId="2147483769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3473980519" sldId="2147483770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1330308491" sldId="2147483771"/>
          </pc:sldLayoutMkLst>
        </pc:sldLayoutChg>
      </pc:sldMasterChg>
    </pc:docChg>
  </pc:docChgLst>
  <pc:docChgLst>
    <pc:chgData name="Kimie Ito (kimiito)" userId="8234d24d-6ebd-4a8b-a251-27bf1cd0618e" providerId="ADAL" clId="{A9405666-9639-D546-882B-3D00DC8AD329}"/>
    <pc:docChg chg="addSld modSld modSection">
      <pc:chgData name="Kimie Ito (kimiito)" userId="8234d24d-6ebd-4a8b-a251-27bf1cd0618e" providerId="ADAL" clId="{A9405666-9639-D546-882B-3D00DC8AD329}" dt="2023-07-26T06:19:38.036" v="106" actId="6549"/>
      <pc:docMkLst>
        <pc:docMk/>
      </pc:docMkLst>
      <pc:sldChg chg="addSp modSp mod">
        <pc:chgData name="Kimie Ito (kimiito)" userId="8234d24d-6ebd-4a8b-a251-27bf1cd0618e" providerId="ADAL" clId="{A9405666-9639-D546-882B-3D00DC8AD329}" dt="2023-07-26T06:19:38.036" v="106" actId="6549"/>
        <pc:sldMkLst>
          <pc:docMk/>
          <pc:sldMk cId="3308921426" sldId="261"/>
        </pc:sldMkLst>
      </pc:sldChg>
      <pc:sldChg chg="addSp modSp new mod">
        <pc:chgData name="Kimie Ito (kimiito)" userId="8234d24d-6ebd-4a8b-a251-27bf1cd0618e" providerId="ADAL" clId="{A9405666-9639-D546-882B-3D00DC8AD329}" dt="2023-07-26T06:18:08.168" v="5" actId="1076"/>
        <pc:sldMkLst>
          <pc:docMk/>
          <pc:sldMk cId="3058186994" sldId="554"/>
        </pc:sldMkLst>
      </pc:sldChg>
    </pc:docChg>
  </pc:docChgLst>
  <pc:docChgLst>
    <pc:chgData name="Kimie Ito (kimiito)" userId="8234d24d-6ebd-4a8b-a251-27bf1cd0618e" providerId="ADAL" clId="{FD9BA5BC-E503-4E57-9805-68B4389F2F9A}"/>
    <pc:docChg chg="undo custSel addSld modSld addSection modSection">
      <pc:chgData name="Kimie Ito (kimiito)" userId="8234d24d-6ebd-4a8b-a251-27bf1cd0618e" providerId="ADAL" clId="{FD9BA5BC-E503-4E57-9805-68B4389F2F9A}" dt="2025-03-13T08:52:53.280" v="856" actId="20577"/>
      <pc:docMkLst>
        <pc:docMk/>
      </pc:docMkLst>
      <pc:sldChg chg="addSp delSp modSp new mod modNotesTx">
        <pc:chgData name="Kimie Ito (kimiito)" userId="8234d24d-6ebd-4a8b-a251-27bf1cd0618e" providerId="ADAL" clId="{FD9BA5BC-E503-4E57-9805-68B4389F2F9A}" dt="2025-03-13T07:55:08.097" v="828" actId="20577"/>
        <pc:sldMkLst>
          <pc:docMk/>
          <pc:sldMk cId="4086776535" sldId="568"/>
        </pc:sldMkLst>
      </pc:sldChg>
      <pc:sldChg chg="addSp delSp modSp add mod">
        <pc:chgData name="Kimie Ito (kimiito)" userId="8234d24d-6ebd-4a8b-a251-27bf1cd0618e" providerId="ADAL" clId="{FD9BA5BC-E503-4E57-9805-68B4389F2F9A}" dt="2025-03-13T08:52:53.280" v="856" actId="20577"/>
        <pc:sldMkLst>
          <pc:docMk/>
          <pc:sldMk cId="1870807353" sldId="569"/>
        </pc:sldMkLst>
      </pc:sldChg>
      <pc:sldChg chg="addSp modSp new mod">
        <pc:chgData name="Kimie Ito (kimiito)" userId="8234d24d-6ebd-4a8b-a251-27bf1cd0618e" providerId="ADAL" clId="{FD9BA5BC-E503-4E57-9805-68B4389F2F9A}" dt="2025-03-13T07:55:24.006" v="840" actId="20577"/>
        <pc:sldMkLst>
          <pc:docMk/>
          <pc:sldMk cId="3981808670" sldId="570"/>
        </pc:sldMkLst>
      </pc:sldChg>
    </pc:docChg>
  </pc:docChgLst>
  <pc:docChgLst>
    <pc:chgData name="Kimie Ito (kimiito)" userId="8234d24d-6ebd-4a8b-a251-27bf1cd0618e" providerId="ADAL" clId="{C9B77F51-197D-A34B-A68B-E8AAD61DA988}"/>
    <pc:docChg chg="undo redo custSel addSld delSld modSld sldOrd addSection delSection modSection">
      <pc:chgData name="Kimie Ito (kimiito)" userId="8234d24d-6ebd-4a8b-a251-27bf1cd0618e" providerId="ADAL" clId="{C9B77F51-197D-A34B-A68B-E8AAD61DA988}" dt="2023-06-26T01:36:25.353" v="8252" actId="20577"/>
      <pc:docMkLst>
        <pc:docMk/>
      </pc:docMkLst>
      <pc:sldChg chg="addSp delSp modSp mod ord">
        <pc:chgData name="Kimie Ito (kimiito)" userId="8234d24d-6ebd-4a8b-a251-27bf1cd0618e" providerId="ADAL" clId="{C9B77F51-197D-A34B-A68B-E8AAD61DA988}" dt="2023-06-02T00:07:57.268" v="6818" actId="1076"/>
        <pc:sldMkLst>
          <pc:docMk/>
          <pc:sldMk cId="2740183496" sldId="257"/>
        </pc:sldMkLst>
      </pc:sldChg>
      <pc:sldChg chg="addSp delSp modSp new mod modNotesTx">
        <pc:chgData name="Kimie Ito (kimiito)" userId="8234d24d-6ebd-4a8b-a251-27bf1cd0618e" providerId="ADAL" clId="{C9B77F51-197D-A34B-A68B-E8AAD61DA988}" dt="2023-05-26T00:46:40.087" v="4205" actId="14100"/>
        <pc:sldMkLst>
          <pc:docMk/>
          <pc:sldMk cId="4180786411" sldId="258"/>
        </pc:sldMkLst>
      </pc:sldChg>
      <pc:sldChg chg="addSp delSp modSp new mod ord">
        <pc:chgData name="Kimie Ito (kimiito)" userId="8234d24d-6ebd-4a8b-a251-27bf1cd0618e" providerId="ADAL" clId="{C9B77F51-197D-A34B-A68B-E8AAD61DA988}" dt="2023-05-25T02:15:58.442" v="3646" actId="478"/>
        <pc:sldMkLst>
          <pc:docMk/>
          <pc:sldMk cId="3943121322" sldId="259"/>
        </pc:sldMkLst>
      </pc:sldChg>
      <pc:sldChg chg="addSp modSp new del mod modNotesTx">
        <pc:chgData name="Kimie Ito (kimiito)" userId="8234d24d-6ebd-4a8b-a251-27bf1cd0618e" providerId="ADAL" clId="{C9B77F51-197D-A34B-A68B-E8AAD61DA988}" dt="2023-05-24T23:46:09.832" v="3426" actId="2696"/>
        <pc:sldMkLst>
          <pc:docMk/>
          <pc:sldMk cId="3487940989" sldId="260"/>
        </pc:sldMkLst>
      </pc:sldChg>
      <pc:sldChg chg="addSp delSp modSp add mod">
        <pc:chgData name="Kimie Ito (kimiito)" userId="8234d24d-6ebd-4a8b-a251-27bf1cd0618e" providerId="ADAL" clId="{C9B77F51-197D-A34B-A68B-E8AAD61DA988}" dt="2023-05-30T07:59:03.841" v="5269" actId="478"/>
        <pc:sldMkLst>
          <pc:docMk/>
          <pc:sldMk cId="3308921426" sldId="261"/>
        </pc:sldMkLst>
      </pc:sldChg>
      <pc:sldChg chg="addSp delSp modSp add del mod">
        <pc:chgData name="Kimie Ito (kimiito)" userId="8234d24d-6ebd-4a8b-a251-27bf1cd0618e" providerId="ADAL" clId="{C9B77F51-197D-A34B-A68B-E8AAD61DA988}" dt="2023-06-14T01:54:32.491" v="7490" actId="14100"/>
        <pc:sldMkLst>
          <pc:docMk/>
          <pc:sldMk cId="3496826597" sldId="263"/>
        </pc:sldMkLst>
      </pc:sldChg>
      <pc:sldChg chg="addSp modSp add mod">
        <pc:chgData name="Kimie Ito (kimiito)" userId="8234d24d-6ebd-4a8b-a251-27bf1cd0618e" providerId="ADAL" clId="{C9B77F51-197D-A34B-A68B-E8AAD61DA988}" dt="2023-06-26T01:36:25.353" v="8252" actId="20577"/>
        <pc:sldMkLst>
          <pc:docMk/>
          <pc:sldMk cId="1598844889" sldId="268"/>
        </pc:sldMkLst>
      </pc:sldChg>
      <pc:sldChg chg="addSp delSp modSp add del mod">
        <pc:chgData name="Kimie Ito (kimiito)" userId="8234d24d-6ebd-4a8b-a251-27bf1cd0618e" providerId="ADAL" clId="{C9B77F51-197D-A34B-A68B-E8AAD61DA988}" dt="2023-06-08T09:07:40.518" v="7253" actId="2696"/>
        <pc:sldMkLst>
          <pc:docMk/>
          <pc:sldMk cId="3580983881" sldId="269"/>
        </pc:sldMkLst>
      </pc:sldChg>
      <pc:sldChg chg="add ord">
        <pc:chgData name="Kimie Ito (kimiito)" userId="8234d24d-6ebd-4a8b-a251-27bf1cd0618e" providerId="ADAL" clId="{C9B77F51-197D-A34B-A68B-E8AAD61DA988}" dt="2023-05-29T04:48:48.110" v="4598" actId="20578"/>
        <pc:sldMkLst>
          <pc:docMk/>
          <pc:sldMk cId="2801128886" sldId="384"/>
        </pc:sldMkLst>
      </pc:sldChg>
      <pc:sldChg chg="add">
        <pc:chgData name="Kimie Ito (kimiito)" userId="8234d24d-6ebd-4a8b-a251-27bf1cd0618e" providerId="ADAL" clId="{C9B77F51-197D-A34B-A68B-E8AAD61DA988}" dt="2023-05-30T00:34:56.104" v="4602"/>
        <pc:sldMkLst>
          <pc:docMk/>
          <pc:sldMk cId="3494731839" sldId="494"/>
        </pc:sldMkLst>
      </pc:sldChg>
      <pc:sldChg chg="modSp add mod ord modShow">
        <pc:chgData name="Kimie Ito (kimiito)" userId="8234d24d-6ebd-4a8b-a251-27bf1cd0618e" providerId="ADAL" clId="{C9B77F51-197D-A34B-A68B-E8AAD61DA988}" dt="2023-05-31T08:17:15.875" v="6215" actId="20578"/>
        <pc:sldMkLst>
          <pc:docMk/>
          <pc:sldMk cId="3318698579" sldId="529"/>
        </pc:sldMkLst>
      </pc:sldChg>
      <pc:sldChg chg="modSp add mod ord modShow">
        <pc:chgData name="Kimie Ito (kimiito)" userId="8234d24d-6ebd-4a8b-a251-27bf1cd0618e" providerId="ADAL" clId="{C9B77F51-197D-A34B-A68B-E8AAD61DA988}" dt="2023-05-31T08:17:09.629" v="6213" actId="20578"/>
        <pc:sldMkLst>
          <pc:docMk/>
          <pc:sldMk cId="336592057" sldId="530"/>
        </pc:sldMkLst>
      </pc:sldChg>
      <pc:sldChg chg="modSp add mod ord modShow">
        <pc:chgData name="Kimie Ito (kimiito)" userId="8234d24d-6ebd-4a8b-a251-27bf1cd0618e" providerId="ADAL" clId="{C9B77F51-197D-A34B-A68B-E8AAD61DA988}" dt="2023-05-31T08:17:13.540" v="6214" actId="20578"/>
        <pc:sldMkLst>
          <pc:docMk/>
          <pc:sldMk cId="2044173716" sldId="531"/>
        </pc:sldMkLst>
      </pc:sldChg>
      <pc:sldChg chg="modSp add mod">
        <pc:chgData name="Kimie Ito (kimiito)" userId="8234d24d-6ebd-4a8b-a251-27bf1cd0618e" providerId="ADAL" clId="{C9B77F51-197D-A34B-A68B-E8AAD61DA988}" dt="2023-05-23T09:59:33.602" v="1630" actId="692"/>
        <pc:sldMkLst>
          <pc:docMk/>
          <pc:sldMk cId="1095760482" sldId="532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927957439" sldId="533"/>
        </pc:sldMkLst>
      </pc:sldChg>
      <pc:sldChg chg="addSp modSp add mod">
        <pc:chgData name="Kimie Ito (kimiito)" userId="8234d24d-6ebd-4a8b-a251-27bf1cd0618e" providerId="ADAL" clId="{C9B77F51-197D-A34B-A68B-E8AAD61DA988}" dt="2023-05-23T03:18:48.157" v="1410"/>
        <pc:sldMkLst>
          <pc:docMk/>
          <pc:sldMk cId="3913945771" sldId="533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3520551747" sldId="534"/>
        </pc:sldMkLst>
      </pc:sldChg>
      <pc:sldChg chg="addSp modSp new mod">
        <pc:chgData name="Kimie Ito (kimiito)" userId="8234d24d-6ebd-4a8b-a251-27bf1cd0618e" providerId="ADAL" clId="{C9B77F51-197D-A34B-A68B-E8AAD61DA988}" dt="2023-05-23T03:41:38.093" v="1525" actId="207"/>
        <pc:sldMkLst>
          <pc:docMk/>
          <pc:sldMk cId="4143895723" sldId="534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164874364" sldId="535"/>
        </pc:sldMkLst>
      </pc:sldChg>
      <pc:sldChg chg="addSp delSp modSp new mod">
        <pc:chgData name="Kimie Ito (kimiito)" userId="8234d24d-6ebd-4a8b-a251-27bf1cd0618e" providerId="ADAL" clId="{C9B77F51-197D-A34B-A68B-E8AAD61DA988}" dt="2023-05-24T13:06:04.790" v="3394" actId="1076"/>
        <pc:sldMkLst>
          <pc:docMk/>
          <pc:sldMk cId="3823740603" sldId="535"/>
        </pc:sldMkLst>
      </pc:sldChg>
      <pc:sldChg chg="addSp modSp new del mod ord">
        <pc:chgData name="Kimie Ito (kimiito)" userId="8234d24d-6ebd-4a8b-a251-27bf1cd0618e" providerId="ADAL" clId="{C9B77F51-197D-A34B-A68B-E8AAD61DA988}" dt="2023-05-24T03:21:13.495" v="1998" actId="2696"/>
        <pc:sldMkLst>
          <pc:docMk/>
          <pc:sldMk cId="2831710923" sldId="536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2904700894" sldId="536"/>
        </pc:sldMkLst>
      </pc:sldChg>
      <pc:sldChg chg="addSp delSp modSp add mod ord">
        <pc:chgData name="Kimie Ito (kimiito)" userId="8234d24d-6ebd-4a8b-a251-27bf1cd0618e" providerId="ADAL" clId="{C9B77F51-197D-A34B-A68B-E8AAD61DA988}" dt="2023-05-31T08:17:50.138" v="6221" actId="20578"/>
        <pc:sldMkLst>
          <pc:docMk/>
          <pc:sldMk cId="311784421" sldId="537"/>
        </pc:sldMkLst>
      </pc:sldChg>
      <pc:sldChg chg="addSp delSp modSp add mod">
        <pc:chgData name="Kimie Ito (kimiito)" userId="8234d24d-6ebd-4a8b-a251-27bf1cd0618e" providerId="ADAL" clId="{C9B77F51-197D-A34B-A68B-E8AAD61DA988}" dt="2023-05-30T10:37:09.245" v="5395"/>
        <pc:sldMkLst>
          <pc:docMk/>
          <pc:sldMk cId="2538150754" sldId="538"/>
        </pc:sldMkLst>
      </pc:sldChg>
      <pc:sldChg chg="addSp modSp new mod">
        <pc:chgData name="Kimie Ito (kimiito)" userId="8234d24d-6ebd-4a8b-a251-27bf1cd0618e" providerId="ADAL" clId="{C9B77F51-197D-A34B-A68B-E8AAD61DA988}" dt="2023-05-26T01:32:45.854" v="4222" actId="1076"/>
        <pc:sldMkLst>
          <pc:docMk/>
          <pc:sldMk cId="1565089375" sldId="539"/>
        </pc:sldMkLst>
      </pc:sldChg>
      <pc:sldChg chg="addSp delSp modSp new mod ord setBg">
        <pc:chgData name="Kimie Ito (kimiito)" userId="8234d24d-6ebd-4a8b-a251-27bf1cd0618e" providerId="ADAL" clId="{C9B77F51-197D-A34B-A68B-E8AAD61DA988}" dt="2023-06-16T00:29:21.618" v="7504" actId="1076"/>
        <pc:sldMkLst>
          <pc:docMk/>
          <pc:sldMk cId="919799773" sldId="540"/>
        </pc:sldMkLst>
      </pc:sldChg>
      <pc:sldChg chg="addSp delSp modSp add del mod ord">
        <pc:chgData name="Kimie Ito (kimiito)" userId="8234d24d-6ebd-4a8b-a251-27bf1cd0618e" providerId="ADAL" clId="{C9B77F51-197D-A34B-A68B-E8AAD61DA988}" dt="2023-05-30T11:25:08.648" v="5795" actId="2696"/>
        <pc:sldMkLst>
          <pc:docMk/>
          <pc:sldMk cId="315398276" sldId="541"/>
        </pc:sldMkLst>
      </pc:sldChg>
      <pc:sldChg chg="addSp delSp modSp add del mod ord modShow">
        <pc:chgData name="Kimie Ito (kimiito)" userId="8234d24d-6ebd-4a8b-a251-27bf1cd0618e" providerId="ADAL" clId="{C9B77F51-197D-A34B-A68B-E8AAD61DA988}" dt="2023-06-06T02:16:19.280" v="7111" actId="729"/>
        <pc:sldMkLst>
          <pc:docMk/>
          <pc:sldMk cId="2792382021" sldId="542"/>
        </pc:sldMkLst>
      </pc:sldChg>
      <pc:sldChg chg="addSp delSp modSp add mod">
        <pc:chgData name="Kimie Ito (kimiito)" userId="8234d24d-6ebd-4a8b-a251-27bf1cd0618e" providerId="ADAL" clId="{C9B77F51-197D-A34B-A68B-E8AAD61DA988}" dt="2023-05-30T11:42:47.258" v="5953" actId="1076"/>
        <pc:sldMkLst>
          <pc:docMk/>
          <pc:sldMk cId="3761511301" sldId="543"/>
        </pc:sldMkLst>
      </pc:sldChg>
      <pc:sldChg chg="addSp delSp modSp new del mod ord">
        <pc:chgData name="Kimie Ito (kimiito)" userId="8234d24d-6ebd-4a8b-a251-27bf1cd0618e" providerId="ADAL" clId="{C9B77F51-197D-A34B-A68B-E8AAD61DA988}" dt="2023-06-02T00:41:55.663" v="7055" actId="2696"/>
        <pc:sldMkLst>
          <pc:docMk/>
          <pc:sldMk cId="2299081094" sldId="544"/>
        </pc:sldMkLst>
      </pc:sldChg>
      <pc:sldChg chg="addSp delSp modSp add mod">
        <pc:chgData name="Kimie Ito (kimiito)" userId="8234d24d-6ebd-4a8b-a251-27bf1cd0618e" providerId="ADAL" clId="{C9B77F51-197D-A34B-A68B-E8AAD61DA988}" dt="2023-06-02T00:02:50.097" v="6666" actId="20577"/>
        <pc:sldMkLst>
          <pc:docMk/>
          <pc:sldMk cId="357622060" sldId="545"/>
        </pc:sldMkLst>
      </pc:sldChg>
      <pc:sldChg chg="addSp delSp modSp add mod ord">
        <pc:chgData name="Kimie Ito (kimiito)" userId="8234d24d-6ebd-4a8b-a251-27bf1cd0618e" providerId="ADAL" clId="{C9B77F51-197D-A34B-A68B-E8AAD61DA988}" dt="2023-06-02T00:41:51.894" v="7054" actId="20577"/>
        <pc:sldMkLst>
          <pc:docMk/>
          <pc:sldMk cId="4277273439" sldId="546"/>
        </pc:sldMkLst>
      </pc:sldChg>
      <pc:sldChg chg="addSp delSp modSp add del mod modShow">
        <pc:chgData name="Kimie Ito (kimiito)" userId="8234d24d-6ebd-4a8b-a251-27bf1cd0618e" providerId="ADAL" clId="{C9B77F51-197D-A34B-A68B-E8AAD61DA988}" dt="2023-06-06T02:16:23.713" v="7112" actId="729"/>
        <pc:sldMkLst>
          <pc:docMk/>
          <pc:sldMk cId="4058773757" sldId="547"/>
        </pc:sldMkLst>
      </pc:sldChg>
      <pc:sldChg chg="modSp add mod">
        <pc:chgData name="Kimie Ito (kimiito)" userId="8234d24d-6ebd-4a8b-a251-27bf1cd0618e" providerId="ADAL" clId="{C9B77F51-197D-A34B-A68B-E8AAD61DA988}" dt="2023-06-06T02:14:00.603" v="7101" actId="20577"/>
        <pc:sldMkLst>
          <pc:docMk/>
          <pc:sldMk cId="2857660933" sldId="548"/>
        </pc:sldMkLst>
      </pc:sldChg>
      <pc:sldChg chg="addSp delSp modSp add mod addCm delCm modCm">
        <pc:chgData name="Kimie Ito (kimiito)" userId="8234d24d-6ebd-4a8b-a251-27bf1cd0618e" providerId="ADAL" clId="{C9B77F51-197D-A34B-A68B-E8AAD61DA988}" dt="2023-06-13T09:00:09.542" v="7426"/>
        <pc:sldMkLst>
          <pc:docMk/>
          <pc:sldMk cId="845117565" sldId="54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Kimie Ito (kimiito)" userId="8234d24d-6ebd-4a8b-a251-27bf1cd0618e" providerId="ADAL" clId="{C9B77F51-197D-A34B-A68B-E8AAD61DA988}" dt="2023-06-13T09:00:09.542" v="7426"/>
              <pc2:cmMkLst xmlns:pc2="http://schemas.microsoft.com/office/powerpoint/2019/9/main/command">
                <pc:docMk/>
                <pc:sldMk cId="845117565" sldId="549"/>
                <pc2:cmMk id="{E81D8F1F-9849-6040-B940-EBE279143F57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13T09:00:02.918" v="7425"/>
              <pc2:cmMkLst xmlns:pc2="http://schemas.microsoft.com/office/powerpoint/2019/9/main/command">
                <pc:docMk/>
                <pc:sldMk cId="845117565" sldId="549"/>
                <pc2:cmMk id="{988A305E-B4D3-0645-9FA2-A22F96B1B92A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08T09:48:47.315" v="7398"/>
              <pc2:cmMkLst xmlns:pc2="http://schemas.microsoft.com/office/powerpoint/2019/9/main/command">
                <pc:docMk/>
                <pc:sldMk cId="845117565" sldId="549"/>
                <pc2:cmMk id="{FD9FD96D-AF21-3540-8BA2-CA941ED85819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13T03:35:14.905" v="7412"/>
              <pc2:cmMkLst xmlns:pc2="http://schemas.microsoft.com/office/powerpoint/2019/9/main/command">
                <pc:docMk/>
                <pc:sldMk cId="845117565" sldId="549"/>
                <pc2:cmMk id="{C7AE5A88-6DF6-CD46-98AA-6898F5E69918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13T03:35:10.119" v="7411"/>
              <pc2:cmMkLst xmlns:pc2="http://schemas.microsoft.com/office/powerpoint/2019/9/main/command">
                <pc:docMk/>
                <pc:sldMk cId="845117565" sldId="549"/>
                <pc2:cmMk id="{47B114B0-5CF3-B748-98C6-3A2FC5BBBC0D}"/>
              </pc2:cmMkLst>
            </pc226:cmChg>
          </p:ext>
        </pc:extLst>
      </pc:sldChg>
      <pc:sldChg chg="addSp delSp modSp new mod addCm modCm">
        <pc:chgData name="Kimie Ito (kimiito)" userId="8234d24d-6ebd-4a8b-a251-27bf1cd0618e" providerId="ADAL" clId="{C9B77F51-197D-A34B-A68B-E8AAD61DA988}" dt="2023-06-14T01:49:46.833" v="7431"/>
        <pc:sldMkLst>
          <pc:docMk/>
          <pc:sldMk cId="4202373687" sldId="5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Kimie Ito (kimiito)" userId="8234d24d-6ebd-4a8b-a251-27bf1cd0618e" providerId="ADAL" clId="{C9B77F51-197D-A34B-A68B-E8AAD61DA988}" dt="2023-06-14T01:49:46.833" v="7431"/>
              <pc2:cmMkLst xmlns:pc2="http://schemas.microsoft.com/office/powerpoint/2019/9/main/command">
                <pc:docMk/>
                <pc:sldMk cId="4202373687" sldId="550"/>
                <pc2:cmMk id="{20B07F22-C6DB-8E4E-AD9B-4A66E6013D12}"/>
              </pc2:cmMkLst>
            </pc226:cmChg>
          </p:ext>
        </pc:extLst>
      </pc:sldChg>
      <pc:sldChg chg="addSp delSp modSp add mod">
        <pc:chgData name="Kimie Ito (kimiito)" userId="8234d24d-6ebd-4a8b-a251-27bf1cd0618e" providerId="ADAL" clId="{C9B77F51-197D-A34B-A68B-E8AAD61DA988}" dt="2023-06-26T01:36:20.426" v="8251" actId="20577"/>
        <pc:sldMkLst>
          <pc:docMk/>
          <pc:sldMk cId="513153519" sldId="553"/>
        </pc:sldMkLst>
      </pc:sldChg>
    </pc:docChg>
  </pc:docChgLst>
  <pc:docChgLst>
    <pc:chgData name="Kimie Ito (kimiito)" userId="8234d24d-6ebd-4a8b-a251-27bf1cd0618e" providerId="ADAL" clId="{908D33B7-5F8A-4F8D-AEFA-922F1F0BDD4C}"/>
    <pc:docChg chg="addSld delSld modSld delMainMaster">
      <pc:chgData name="Kimie Ito (kimiito)" userId="8234d24d-6ebd-4a8b-a251-27bf1cd0618e" providerId="ADAL" clId="{908D33B7-5F8A-4F8D-AEFA-922F1F0BDD4C}" dt="2025-10-07T07:17:19.370" v="2" actId="680"/>
      <pc:docMkLst>
        <pc:docMk/>
      </pc:docMkLst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000786425" sldId="2147483577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183060023" sldId="2147483578"/>
        </pc:sldMkLst>
      </pc:sldChg>
      <pc:sldChg chg="modSp mod">
        <pc:chgData name="Kimie Ito (kimiito)" userId="8234d24d-6ebd-4a8b-a251-27bf1cd0618e" providerId="ADAL" clId="{908D33B7-5F8A-4F8D-AEFA-922F1F0BDD4C}" dt="2025-10-07T07:17:07.699" v="0" actId="20577"/>
        <pc:sldMkLst>
          <pc:docMk/>
          <pc:sldMk cId="1572937072" sldId="2147483579"/>
        </pc:sldMkLst>
        <pc:spChg chg="mod">
          <ac:chgData name="Kimie Ito (kimiito)" userId="8234d24d-6ebd-4a8b-a251-27bf1cd0618e" providerId="ADAL" clId="{908D33B7-5F8A-4F8D-AEFA-922F1F0BDD4C}" dt="2025-10-07T07:17:07.699" v="0" actId="20577"/>
          <ac:spMkLst>
            <pc:docMk/>
            <pc:sldMk cId="1572937072" sldId="2147483579"/>
            <ac:spMk id="2" creationId="{3C64212D-66B9-4769-40F0-DAC1BA7C0E04}"/>
          </ac:spMkLst>
        </pc:spChg>
      </pc:sldChg>
      <pc:sldChg chg="new">
        <pc:chgData name="Kimie Ito (kimiito)" userId="8234d24d-6ebd-4a8b-a251-27bf1cd0618e" providerId="ADAL" clId="{908D33B7-5F8A-4F8D-AEFA-922F1F0BDD4C}" dt="2025-10-07T07:17:19.370" v="2" actId="680"/>
        <pc:sldMkLst>
          <pc:docMk/>
          <pc:sldMk cId="1983782245" sldId="2147483580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2245951310" sldId="2147483581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4054119525" sldId="2147483582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620179274" sldId="2147483584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181167761" sldId="2147483587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777299949" sldId="2147483588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111001964" sldId="2147483591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272112241" sldId="2147483592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497885451" sldId="2147483593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4247681605" sldId="2147483594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73496173" sldId="2147483595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353499905" sldId="2147483596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414995015" sldId="2147483597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9316632" sldId="2147483598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200594495" sldId="2147483599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2470132721" sldId="2147483600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611542694" sldId="2147483601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468959039" sldId="2147483602"/>
        </pc:sldMkLst>
      </pc:sldChg>
      <pc:sldMasterChg chg="del delSldLayout">
        <pc:chgData name="Kimie Ito (kimiito)" userId="8234d24d-6ebd-4a8b-a251-27bf1cd0618e" providerId="ADAL" clId="{908D33B7-5F8A-4F8D-AEFA-922F1F0BDD4C}" dt="2025-10-07T07:17:13.026" v="1" actId="47"/>
        <pc:sldMasterMkLst>
          <pc:docMk/>
          <pc:sldMasterMk cId="3329438467" sldId="2147483648"/>
        </pc:sldMasterMkLst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2506005696" sldId="2147483649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22685938" sldId="2147483650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2169279256" sldId="2147483651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220644406" sldId="2147483652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913485601" sldId="2147483653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490692135" sldId="2147483654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48193125" sldId="2147483655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269735285" sldId="2147483656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537168169" sldId="2147483657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7605027" sldId="2147483658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928115941" sldId="2147483659"/>
          </pc:sldLayoutMkLst>
        </pc:sldLayoutChg>
      </pc:sldMasterChg>
    </pc:docChg>
  </pc:docChgLst>
  <pc:docChgLst>
    <pc:chgData name="Kimie Ito (kimiito)" userId="8234d24d-6ebd-4a8b-a251-27bf1cd0618e" providerId="ADAL" clId="{C3E3DEA5-7536-AB44-BC59-46F19DFBAB6A}"/>
    <pc:docChg chg="undo custSel addSld delSld modSld sldOrd delMainMaster modSection">
      <pc:chgData name="Kimie Ito (kimiito)" userId="8234d24d-6ebd-4a8b-a251-27bf1cd0618e" providerId="ADAL" clId="{C3E3DEA5-7536-AB44-BC59-46F19DFBAB6A}" dt="2023-12-22T05:12:05.921" v="1654" actId="14100"/>
      <pc:docMkLst>
        <pc:docMk/>
      </pc:docMkLst>
      <pc:sldChg chg="addSp delSp modSp mod">
        <pc:chgData name="Kimie Ito (kimiito)" userId="8234d24d-6ebd-4a8b-a251-27bf1cd0618e" providerId="ADAL" clId="{C3E3DEA5-7536-AB44-BC59-46F19DFBAB6A}" dt="2023-12-21T00:15:55.810" v="1554" actId="14100"/>
        <pc:sldMkLst>
          <pc:docMk/>
          <pc:sldMk cId="2127275821" sldId="256"/>
        </pc:sldMkLst>
      </pc:sldChg>
      <pc:sldChg chg="addSp modSp mod">
        <pc:chgData name="Kimie Ito (kimiito)" userId="8234d24d-6ebd-4a8b-a251-27bf1cd0618e" providerId="ADAL" clId="{C3E3DEA5-7536-AB44-BC59-46F19DFBAB6A}" dt="2023-11-27T02:51:01.823" v="100" actId="1076"/>
        <pc:sldMkLst>
          <pc:docMk/>
          <pc:sldMk cId="2740183496" sldId="257"/>
        </pc:sldMkLst>
      </pc:sldChg>
      <pc:sldChg chg="add del">
        <pc:chgData name="Kimie Ito (kimiito)" userId="8234d24d-6ebd-4a8b-a251-27bf1cd0618e" providerId="ADAL" clId="{C3E3DEA5-7536-AB44-BC59-46F19DFBAB6A}" dt="2023-12-19T05:44:38.712" v="769"/>
        <pc:sldMkLst>
          <pc:docMk/>
          <pc:sldMk cId="366197191" sldId="517"/>
        </pc:sldMkLst>
      </pc:sldChg>
      <pc:sldChg chg="delSp modSp mod">
        <pc:chgData name="Kimie Ito (kimiito)" userId="8234d24d-6ebd-4a8b-a251-27bf1cd0618e" providerId="ADAL" clId="{C3E3DEA5-7536-AB44-BC59-46F19DFBAB6A}" dt="2023-11-28T12:58:28.836" v="103" actId="13926"/>
        <pc:sldMkLst>
          <pc:docMk/>
          <pc:sldMk cId="4277273439" sldId="546"/>
        </pc:sldMkLst>
      </pc:sldChg>
      <pc:sldChg chg="addSp delSp modSp mod ord delCm">
        <pc:chgData name="Kimie Ito (kimiito)" userId="8234d24d-6ebd-4a8b-a251-27bf1cd0618e" providerId="ADAL" clId="{C3E3DEA5-7536-AB44-BC59-46F19DFBAB6A}" dt="2023-11-29T04:28:21.174" v="590" actId="20577"/>
        <pc:sldMkLst>
          <pc:docMk/>
          <pc:sldMk cId="4202373687" sldId="5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Kimie Ito (kimiito)" userId="8234d24d-6ebd-4a8b-a251-27bf1cd0618e" providerId="ADAL" clId="{C3E3DEA5-7536-AB44-BC59-46F19DFBAB6A}" dt="2023-11-28T13:05:41.183" v="216"/>
              <pc2:cmMkLst xmlns:pc2="http://schemas.microsoft.com/office/powerpoint/2019/9/main/command">
                <pc:docMk/>
                <pc:sldMk cId="4202373687" sldId="550"/>
                <pc2:cmMk id="{20B07F22-C6DB-8E4E-AD9B-4A66E6013D12}"/>
              </pc2:cmMkLst>
            </pc226:cmChg>
          </p:ext>
        </pc:extLst>
      </pc:sldChg>
      <pc:sldChg chg="addSp delSp modSp new del mod">
        <pc:chgData name="Kimie Ito (kimiito)" userId="8234d24d-6ebd-4a8b-a251-27bf1cd0618e" providerId="ADAL" clId="{C3E3DEA5-7536-AB44-BC59-46F19DFBAB6A}" dt="2023-11-28T13:05:45.962" v="217" actId="2696"/>
        <pc:sldMkLst>
          <pc:docMk/>
          <pc:sldMk cId="1195566953" sldId="560"/>
        </pc:sldMkLst>
      </pc:sldChg>
      <pc:sldChg chg="add">
        <pc:chgData name="Kimie Ito (kimiito)" userId="8234d24d-6ebd-4a8b-a251-27bf1cd0618e" providerId="ADAL" clId="{C3E3DEA5-7536-AB44-BC59-46F19DFBAB6A}" dt="2023-11-28T13:05:22.565" v="212"/>
        <pc:sldMkLst>
          <pc:docMk/>
          <pc:sldMk cId="887288549" sldId="561"/>
        </pc:sldMkLst>
      </pc:sldChg>
      <pc:sldChg chg="modSp del mod">
        <pc:chgData name="Kimie Ito (kimiito)" userId="8234d24d-6ebd-4a8b-a251-27bf1cd0618e" providerId="ADAL" clId="{C3E3DEA5-7536-AB44-BC59-46F19DFBAB6A}" dt="2023-12-19T06:21:32.221" v="1330" actId="2696"/>
        <pc:sldMkLst>
          <pc:docMk/>
          <pc:sldMk cId="317316399" sldId="562"/>
        </pc:sldMkLst>
      </pc:sldChg>
      <pc:sldChg chg="modSp add del mod">
        <pc:chgData name="Kimie Ito (kimiito)" userId="8234d24d-6ebd-4a8b-a251-27bf1cd0618e" providerId="ADAL" clId="{C3E3DEA5-7536-AB44-BC59-46F19DFBAB6A}" dt="2023-12-19T06:21:31.404" v="1329" actId="2696"/>
        <pc:sldMkLst>
          <pc:docMk/>
          <pc:sldMk cId="886643469" sldId="563"/>
        </pc:sldMkLst>
      </pc:sldChg>
      <pc:sldChg chg="addSp delSp modSp add mod">
        <pc:chgData name="Kimie Ito (kimiito)" userId="8234d24d-6ebd-4a8b-a251-27bf1cd0618e" providerId="ADAL" clId="{C3E3DEA5-7536-AB44-BC59-46F19DFBAB6A}" dt="2023-12-22T05:12:05.921" v="1654" actId="14100"/>
        <pc:sldMkLst>
          <pc:docMk/>
          <pc:sldMk cId="636706348" sldId="564"/>
        </pc:sldMkLst>
      </pc:sldChg>
      <pc:sldMasterChg chg="del delSldLayout">
        <pc:chgData name="Kimie Ito (kimiito)" userId="8234d24d-6ebd-4a8b-a251-27bf1cd0618e" providerId="ADAL" clId="{C3E3DEA5-7536-AB44-BC59-46F19DFBAB6A}" dt="2023-12-19T06:21:32.465" v="1384" actId="2696"/>
        <pc:sldMasterMkLst>
          <pc:docMk/>
          <pc:sldMasterMk cId="1216728463" sldId="2147483704"/>
        </pc:sldMasterMkLst>
        <pc:sldLayoutChg chg="del">
          <pc:chgData name="Kimie Ito (kimiito)" userId="8234d24d-6ebd-4a8b-a251-27bf1cd0618e" providerId="ADAL" clId="{C3E3DEA5-7536-AB44-BC59-46F19DFBAB6A}" dt="2023-12-19T06:21:32.232" v="1331" actId="2696"/>
          <pc:sldLayoutMkLst>
            <pc:docMk/>
            <pc:sldMasterMk cId="1216728463" sldId="2147483704"/>
            <pc:sldLayoutMk cId="1856353224" sldId="214748370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42" v="1332" actId="2696"/>
          <pc:sldLayoutMkLst>
            <pc:docMk/>
            <pc:sldMasterMk cId="1216728463" sldId="2147483704"/>
            <pc:sldLayoutMk cId="269068957" sldId="214748370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52" v="1333" actId="2696"/>
          <pc:sldLayoutMkLst>
            <pc:docMk/>
            <pc:sldMasterMk cId="1216728463" sldId="2147483704"/>
            <pc:sldLayoutMk cId="3115054866" sldId="214748370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62" v="1334" actId="2696"/>
          <pc:sldLayoutMkLst>
            <pc:docMk/>
            <pc:sldMasterMk cId="1216728463" sldId="2147483704"/>
            <pc:sldLayoutMk cId="162181271" sldId="214748370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73" v="1335" actId="2696"/>
          <pc:sldLayoutMkLst>
            <pc:docMk/>
            <pc:sldMasterMk cId="1216728463" sldId="2147483704"/>
            <pc:sldLayoutMk cId="1917451553" sldId="214748370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84" v="1336" actId="2696"/>
          <pc:sldLayoutMkLst>
            <pc:docMk/>
            <pc:sldMasterMk cId="1216728463" sldId="2147483704"/>
            <pc:sldLayoutMk cId="1359938749" sldId="214748371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93" v="1337" actId="2696"/>
          <pc:sldLayoutMkLst>
            <pc:docMk/>
            <pc:sldMasterMk cId="1216728463" sldId="2147483704"/>
            <pc:sldLayoutMk cId="2977767568" sldId="214748371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95" v="1338" actId="2696"/>
          <pc:sldLayoutMkLst>
            <pc:docMk/>
            <pc:sldMasterMk cId="1216728463" sldId="2147483704"/>
            <pc:sldLayoutMk cId="843618173" sldId="214748371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96" v="1339" actId="2696"/>
          <pc:sldLayoutMkLst>
            <pc:docMk/>
            <pc:sldMasterMk cId="1216728463" sldId="2147483704"/>
            <pc:sldLayoutMk cId="274549859" sldId="214748371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06" v="1340" actId="2696"/>
          <pc:sldLayoutMkLst>
            <pc:docMk/>
            <pc:sldMasterMk cId="1216728463" sldId="2147483704"/>
            <pc:sldLayoutMk cId="1674281510" sldId="214748371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07" v="1341" actId="2696"/>
          <pc:sldLayoutMkLst>
            <pc:docMk/>
            <pc:sldMasterMk cId="1216728463" sldId="2147483704"/>
            <pc:sldLayoutMk cId="3865694488" sldId="214748371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08" v="1342" actId="2696"/>
          <pc:sldLayoutMkLst>
            <pc:docMk/>
            <pc:sldMasterMk cId="1216728463" sldId="2147483704"/>
            <pc:sldLayoutMk cId="541062238" sldId="214748371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17" v="1343" actId="2696"/>
          <pc:sldLayoutMkLst>
            <pc:docMk/>
            <pc:sldMasterMk cId="1216728463" sldId="2147483704"/>
            <pc:sldLayoutMk cId="2284972716" sldId="214748371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23" v="1344" actId="2696"/>
          <pc:sldLayoutMkLst>
            <pc:docMk/>
            <pc:sldMasterMk cId="1216728463" sldId="2147483704"/>
            <pc:sldLayoutMk cId="3107927470" sldId="214748371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29" v="1345" actId="2696"/>
          <pc:sldLayoutMkLst>
            <pc:docMk/>
            <pc:sldMasterMk cId="1216728463" sldId="2147483704"/>
            <pc:sldLayoutMk cId="2874664292" sldId="214748371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43" v="1346" actId="2696"/>
          <pc:sldLayoutMkLst>
            <pc:docMk/>
            <pc:sldMasterMk cId="1216728463" sldId="2147483704"/>
            <pc:sldLayoutMk cId="2347866378" sldId="214748372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45" v="1347" actId="2696"/>
          <pc:sldLayoutMkLst>
            <pc:docMk/>
            <pc:sldMasterMk cId="1216728463" sldId="2147483704"/>
            <pc:sldLayoutMk cId="3602641643" sldId="214748372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47" v="1348" actId="2696"/>
          <pc:sldLayoutMkLst>
            <pc:docMk/>
            <pc:sldMasterMk cId="1216728463" sldId="2147483704"/>
            <pc:sldLayoutMk cId="465383961" sldId="214748372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0" v="1349" actId="2696"/>
          <pc:sldLayoutMkLst>
            <pc:docMk/>
            <pc:sldMasterMk cId="1216728463" sldId="2147483704"/>
            <pc:sldLayoutMk cId="1986021938" sldId="214748372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2" v="1350" actId="2696"/>
          <pc:sldLayoutMkLst>
            <pc:docMk/>
            <pc:sldMasterMk cId="1216728463" sldId="2147483704"/>
            <pc:sldLayoutMk cId="3950793571" sldId="214748372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4" v="1351" actId="2696"/>
          <pc:sldLayoutMkLst>
            <pc:docMk/>
            <pc:sldMasterMk cId="1216728463" sldId="2147483704"/>
            <pc:sldLayoutMk cId="232961834" sldId="214748372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5" v="1352" actId="2696"/>
          <pc:sldLayoutMkLst>
            <pc:docMk/>
            <pc:sldMasterMk cId="1216728463" sldId="2147483704"/>
            <pc:sldLayoutMk cId="2983197316" sldId="214748372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6" v="1353" actId="2696"/>
          <pc:sldLayoutMkLst>
            <pc:docMk/>
            <pc:sldMasterMk cId="1216728463" sldId="2147483704"/>
            <pc:sldLayoutMk cId="1627044737" sldId="214748372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8" v="1354" actId="2696"/>
          <pc:sldLayoutMkLst>
            <pc:docMk/>
            <pc:sldMasterMk cId="1216728463" sldId="2147483704"/>
            <pc:sldLayoutMk cId="2595691705" sldId="214748372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9" v="1355" actId="2696"/>
          <pc:sldLayoutMkLst>
            <pc:docMk/>
            <pc:sldMasterMk cId="1216728463" sldId="2147483704"/>
            <pc:sldLayoutMk cId="287302532" sldId="214748372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60" v="1356" actId="2696"/>
          <pc:sldLayoutMkLst>
            <pc:docMk/>
            <pc:sldMasterMk cId="1216728463" sldId="2147483704"/>
            <pc:sldLayoutMk cId="874080279" sldId="214748373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62" v="1357" actId="2696"/>
          <pc:sldLayoutMkLst>
            <pc:docMk/>
            <pc:sldMasterMk cId="1216728463" sldId="2147483704"/>
            <pc:sldLayoutMk cId="1240494450" sldId="214748373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72" v="1358" actId="2696"/>
          <pc:sldLayoutMkLst>
            <pc:docMk/>
            <pc:sldMasterMk cId="1216728463" sldId="2147483704"/>
            <pc:sldLayoutMk cId="1947433957" sldId="214748373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73" v="1359" actId="2696"/>
          <pc:sldLayoutMkLst>
            <pc:docMk/>
            <pc:sldMasterMk cId="1216728463" sldId="2147483704"/>
            <pc:sldLayoutMk cId="1362822695" sldId="214748373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75" v="1360" actId="2696"/>
          <pc:sldLayoutMkLst>
            <pc:docMk/>
            <pc:sldMasterMk cId="1216728463" sldId="2147483704"/>
            <pc:sldLayoutMk cId="1089265499" sldId="214748373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84" v="1361" actId="2696"/>
          <pc:sldLayoutMkLst>
            <pc:docMk/>
            <pc:sldMasterMk cId="1216728463" sldId="2147483704"/>
            <pc:sldLayoutMk cId="2845059490" sldId="214748373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86" v="1362" actId="2696"/>
          <pc:sldLayoutMkLst>
            <pc:docMk/>
            <pc:sldMasterMk cId="1216728463" sldId="2147483704"/>
            <pc:sldLayoutMk cId="1199293967" sldId="214748373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89" v="1363" actId="2696"/>
          <pc:sldLayoutMkLst>
            <pc:docMk/>
            <pc:sldMasterMk cId="1216728463" sldId="2147483704"/>
            <pc:sldLayoutMk cId="3357110079" sldId="214748373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00" v="1364" actId="2696"/>
          <pc:sldLayoutMkLst>
            <pc:docMk/>
            <pc:sldMasterMk cId="1216728463" sldId="2147483704"/>
            <pc:sldLayoutMk cId="851928822" sldId="214748373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02" v="1365" actId="2696"/>
          <pc:sldLayoutMkLst>
            <pc:docMk/>
            <pc:sldMasterMk cId="1216728463" sldId="2147483704"/>
            <pc:sldLayoutMk cId="467156658" sldId="214748373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05" v="1366" actId="2696"/>
          <pc:sldLayoutMkLst>
            <pc:docMk/>
            <pc:sldMasterMk cId="1216728463" sldId="2147483704"/>
            <pc:sldLayoutMk cId="2681360096" sldId="214748374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6" v="1367" actId="2696"/>
          <pc:sldLayoutMkLst>
            <pc:docMk/>
            <pc:sldMasterMk cId="1216728463" sldId="2147483704"/>
            <pc:sldLayoutMk cId="2117933492" sldId="214748374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7" v="1368" actId="2696"/>
          <pc:sldLayoutMkLst>
            <pc:docMk/>
            <pc:sldMasterMk cId="1216728463" sldId="2147483704"/>
            <pc:sldLayoutMk cId="404948957" sldId="214748374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8" v="1369" actId="2696"/>
          <pc:sldLayoutMkLst>
            <pc:docMk/>
            <pc:sldMasterMk cId="1216728463" sldId="2147483704"/>
            <pc:sldLayoutMk cId="1230688360" sldId="214748374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9" v="1370" actId="2696"/>
          <pc:sldLayoutMkLst>
            <pc:docMk/>
            <pc:sldMasterMk cId="1216728463" sldId="2147483704"/>
            <pc:sldLayoutMk cId="1780825154" sldId="214748374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0" v="1371" actId="2696"/>
          <pc:sldLayoutMkLst>
            <pc:docMk/>
            <pc:sldMasterMk cId="1216728463" sldId="2147483704"/>
            <pc:sldLayoutMk cId="411573692" sldId="214748374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1" v="1372" actId="2696"/>
          <pc:sldLayoutMkLst>
            <pc:docMk/>
            <pc:sldMasterMk cId="1216728463" sldId="2147483704"/>
            <pc:sldLayoutMk cId="2324424050" sldId="214748374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2" v="1373" actId="2696"/>
          <pc:sldLayoutMkLst>
            <pc:docMk/>
            <pc:sldMasterMk cId="1216728463" sldId="2147483704"/>
            <pc:sldLayoutMk cId="322657426" sldId="214748374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4" v="1374" actId="2696"/>
          <pc:sldLayoutMkLst>
            <pc:docMk/>
            <pc:sldMasterMk cId="1216728463" sldId="2147483704"/>
            <pc:sldLayoutMk cId="172663548" sldId="214748374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5" v="1375" actId="2696"/>
          <pc:sldLayoutMkLst>
            <pc:docMk/>
            <pc:sldMasterMk cId="1216728463" sldId="2147483704"/>
            <pc:sldLayoutMk cId="653125041" sldId="214748374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33" v="1376" actId="2696"/>
          <pc:sldLayoutMkLst>
            <pc:docMk/>
            <pc:sldMasterMk cId="1216728463" sldId="2147483704"/>
            <pc:sldLayoutMk cId="3990278923" sldId="214748375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41" v="1377" actId="2696"/>
          <pc:sldLayoutMkLst>
            <pc:docMk/>
            <pc:sldMasterMk cId="1216728463" sldId="2147483704"/>
            <pc:sldLayoutMk cId="2571441407" sldId="214748375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49" v="1378" actId="2696"/>
          <pc:sldLayoutMkLst>
            <pc:docMk/>
            <pc:sldMasterMk cId="1216728463" sldId="2147483704"/>
            <pc:sldLayoutMk cId="3678382735" sldId="214748375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1" v="1379" actId="2696"/>
          <pc:sldLayoutMkLst>
            <pc:docMk/>
            <pc:sldMasterMk cId="1216728463" sldId="2147483704"/>
            <pc:sldLayoutMk cId="97964110" sldId="214748375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2" v="1380" actId="2696"/>
          <pc:sldLayoutMkLst>
            <pc:docMk/>
            <pc:sldMasterMk cId="1216728463" sldId="2147483704"/>
            <pc:sldLayoutMk cId="393903873" sldId="214748375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3" v="1381" actId="2696"/>
          <pc:sldLayoutMkLst>
            <pc:docMk/>
            <pc:sldMasterMk cId="1216728463" sldId="2147483704"/>
            <pc:sldLayoutMk cId="838973756" sldId="214748375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4" v="1382" actId="2696"/>
          <pc:sldLayoutMkLst>
            <pc:docMk/>
            <pc:sldMasterMk cId="1216728463" sldId="2147483704"/>
            <pc:sldLayoutMk cId="56823833" sldId="214748375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5" v="1383" actId="2696"/>
          <pc:sldLayoutMkLst>
            <pc:docMk/>
            <pc:sldMasterMk cId="1216728463" sldId="2147483704"/>
            <pc:sldLayoutMk cId="846738348" sldId="2147483757"/>
          </pc:sldLayoutMkLst>
        </pc:sldLayoutChg>
      </pc:sldMasterChg>
    </pc:docChg>
  </pc:docChgLst>
  <pc:docChgLst>
    <pc:chgData name="Kimie Ito (kimiito)" userId="8234d24d-6ebd-4a8b-a251-27bf1cd0618e" providerId="ADAL" clId="{ECD8D664-AAAD-354B-8A48-C0EF1BE4783F}"/>
    <pc:docChg chg="modSld">
      <pc:chgData name="Kimie Ito (kimiito)" userId="8234d24d-6ebd-4a8b-a251-27bf1cd0618e" providerId="ADAL" clId="{ECD8D664-AAAD-354B-8A48-C0EF1BE4783F}" dt="2024-02-13T00:39:00.308" v="25" actId="20577"/>
      <pc:docMkLst>
        <pc:docMk/>
      </pc:docMkLst>
      <pc:sldChg chg="addSp modSp mod">
        <pc:chgData name="Kimie Ito (kimiito)" userId="8234d24d-6ebd-4a8b-a251-27bf1cd0618e" providerId="ADAL" clId="{ECD8D664-AAAD-354B-8A48-C0EF1BE4783F}" dt="2024-02-13T00:39:00.308" v="25" actId="20577"/>
        <pc:sldMkLst>
          <pc:docMk/>
          <pc:sldMk cId="3308921426" sldId="261"/>
        </pc:sldMkLst>
      </pc:sldChg>
    </pc:docChg>
  </pc:docChgLst>
  <pc:docChgLst>
    <pc:chgData name="Kimie Ito (kimiito)" userId="8234d24d-6ebd-4a8b-a251-27bf1cd0618e" providerId="ADAL" clId="{A7081D8C-C4AC-4AC4-B9A0-ECA71AB8A6EF}"/>
    <pc:docChg chg="addSld modSld modSection">
      <pc:chgData name="Kimie Ito (kimiito)" userId="8234d24d-6ebd-4a8b-a251-27bf1cd0618e" providerId="ADAL" clId="{A7081D8C-C4AC-4AC4-B9A0-ECA71AB8A6EF}" dt="2025-08-27T00:56:16.227" v="49" actId="113"/>
      <pc:docMkLst>
        <pc:docMk/>
      </pc:docMkLst>
      <pc:sldChg chg="modSp mod">
        <pc:chgData name="Kimie Ito (kimiito)" userId="8234d24d-6ebd-4a8b-a251-27bf1cd0618e" providerId="ADAL" clId="{A7081D8C-C4AC-4AC4-B9A0-ECA71AB8A6EF}" dt="2025-08-27T00:36:45.058" v="2" actId="1076"/>
        <pc:sldMkLst>
          <pc:docMk/>
          <pc:sldMk cId="1565089375" sldId="539"/>
        </pc:sldMkLst>
      </pc:sldChg>
      <pc:sldChg chg="addSp modSp new mod">
        <pc:chgData name="Kimie Ito (kimiito)" userId="8234d24d-6ebd-4a8b-a251-27bf1cd0618e" providerId="ADAL" clId="{A7081D8C-C4AC-4AC4-B9A0-ECA71AB8A6EF}" dt="2025-08-27T00:56:16.227" v="49" actId="113"/>
        <pc:sldMkLst>
          <pc:docMk/>
          <pc:sldMk cId="2521005477" sldId="571"/>
        </pc:sldMkLst>
      </pc:sldChg>
      <pc:sldChg chg="modSp add mod">
        <pc:chgData name="Kimie Ito (kimiito)" userId="8234d24d-6ebd-4a8b-a251-27bf1cd0618e" providerId="ADAL" clId="{A7081D8C-C4AC-4AC4-B9A0-ECA71AB8A6EF}" dt="2025-08-27T00:56:12.976" v="48" actId="113"/>
        <pc:sldMkLst>
          <pc:docMk/>
          <pc:sldMk cId="2879897025" sldId="572"/>
        </pc:sldMkLst>
      </pc:sldChg>
    </pc:docChg>
  </pc:docChgLst>
  <pc:docChgLst>
    <pc:chgData name="Kimie Ito (kimiito)" userId="8234d24d-6ebd-4a8b-a251-27bf1cd0618e" providerId="ADAL" clId="{7A76B327-4E10-499C-B732-C6DB0F855C0F}"/>
    <pc:docChg chg="undo custSel addSld delSld modSld sldOrd addSection modSection">
      <pc:chgData name="Kimie Ito (kimiito)" userId="8234d24d-6ebd-4a8b-a251-27bf1cd0618e" providerId="ADAL" clId="{7A76B327-4E10-499C-B732-C6DB0F855C0F}" dt="2023-12-06T03:55:22.936" v="227" actId="14100"/>
      <pc:docMkLst>
        <pc:docMk/>
      </pc:docMkLst>
      <pc:sldChg chg="ord">
        <pc:chgData name="Kimie Ito (kimiito)" userId="8234d24d-6ebd-4a8b-a251-27bf1cd0618e" providerId="ADAL" clId="{7A76B327-4E10-499C-B732-C6DB0F855C0F}" dt="2023-12-06T02:19:26.740" v="168"/>
        <pc:sldMkLst>
          <pc:docMk/>
          <pc:sldMk cId="3496826597" sldId="263"/>
        </pc:sldMkLst>
      </pc:sldChg>
      <pc:sldChg chg="del">
        <pc:chgData name="Kimie Ito (kimiito)" userId="8234d24d-6ebd-4a8b-a251-27bf1cd0618e" providerId="ADAL" clId="{7A76B327-4E10-499C-B732-C6DB0F855C0F}" dt="2023-12-05T08:47:45.222" v="4" actId="47"/>
        <pc:sldMkLst>
          <pc:docMk/>
          <pc:sldMk cId="2488020953" sldId="498"/>
        </pc:sldMkLst>
      </pc:sldChg>
      <pc:sldChg chg="ord">
        <pc:chgData name="Kimie Ito (kimiito)" userId="8234d24d-6ebd-4a8b-a251-27bf1cd0618e" providerId="ADAL" clId="{7A76B327-4E10-499C-B732-C6DB0F855C0F}" dt="2023-12-06T02:19:26.740" v="168"/>
        <pc:sldMkLst>
          <pc:docMk/>
          <pc:sldMk cId="845117565" sldId="549"/>
        </pc:sldMkLst>
      </pc:sldChg>
      <pc:sldChg chg="addSp delSp modSp mod ord">
        <pc:chgData name="Kimie Ito (kimiito)" userId="8234d24d-6ebd-4a8b-a251-27bf1cd0618e" providerId="ADAL" clId="{7A76B327-4E10-499C-B732-C6DB0F855C0F}" dt="2023-12-06T03:55:22.936" v="227" actId="14100"/>
        <pc:sldMkLst>
          <pc:docMk/>
          <pc:sldMk cId="4202373687" sldId="550"/>
        </pc:sldMkLst>
      </pc:sldChg>
      <pc:sldChg chg="add del modTransition">
        <pc:chgData name="Kimie Ito (kimiito)" userId="8234d24d-6ebd-4a8b-a251-27bf1cd0618e" providerId="ADAL" clId="{7A76B327-4E10-499C-B732-C6DB0F855C0F}" dt="2023-12-05T08:47:42.601" v="2"/>
        <pc:sldMkLst>
          <pc:docMk/>
          <pc:sldMk cId="101299789" sldId="562"/>
        </pc:sldMkLst>
      </pc:sldChg>
      <pc:sldChg chg="delSp modSp add mod">
        <pc:chgData name="Kimie Ito (kimiito)" userId="8234d24d-6ebd-4a8b-a251-27bf1cd0618e" providerId="ADAL" clId="{7A76B327-4E10-499C-B732-C6DB0F855C0F}" dt="2023-12-05T08:58:59.582" v="139" actId="20577"/>
        <pc:sldMkLst>
          <pc:docMk/>
          <pc:sldMk cId="317316399" sldId="562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EBE95-FDD1-BB43-A50C-B5F5F376E2B0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97281-ACB8-F44C-BF6A-E6AF32319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21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</a:t>
            </a:r>
            <a:endParaRPr 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</a:lstStyle>
          <a:p>
            <a:r>
              <a:rPr lang="en-GB"/>
              <a:t>Presentation Title Goes Here</a:t>
            </a:r>
            <a:endParaRPr 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71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2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9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Meiryo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9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tx2"/>
                </a:solidFill>
                <a:latin typeface="+mj-ea"/>
                <a:ea typeface="+mj-ea"/>
                <a:cs typeface="Meiryo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9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5222857"/>
            <a:ext cx="10852149" cy="684803"/>
          </a:xfrm>
          <a:prstGeom prst="rect">
            <a:avLst/>
          </a:prstGeom>
          <a:noFill/>
        </p:spPr>
        <p:txBody>
          <a:bodyPr wrap="square" lIns="182880" tIns="91440" rIns="182880" bIns="9144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>
              <a:lnSpc>
                <a:spcPts val="3867"/>
              </a:lnSpc>
              <a:spcBef>
                <a:spcPts val="0"/>
              </a:spcBef>
              <a:buNone/>
              <a:defRPr sz="320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1694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401551" cy="3790949"/>
          </a:xfrm>
          <a:prstGeom prst="rect">
            <a:avLst/>
          </a:prstGeom>
          <a:solidFill>
            <a:schemeClr val="bg2"/>
          </a:solidFill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378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9061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2426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  <a:solidFill>
            <a:schemeClr val="bg2"/>
          </a:solidFill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135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4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11199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41155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7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84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06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711200" y="1797051"/>
            <a:ext cx="10820400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ja-JP" altLang="en-US" noProof="0"/>
              <a:t>アイコンをクリックして表を追加</a:t>
            </a:r>
            <a:endParaRPr lang="en-GB" noProof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36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711200" y="1602318"/>
            <a:ext cx="10820400" cy="374438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アイコンをクリックしてグラフを追加</a:t>
            </a:r>
            <a:endParaRPr lang="en-US" noProof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714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7581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>
                <a:latin typeface="+mn-ea"/>
                <a:ea typeface="+mn-ea"/>
              </a:defRPr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>
                <a:latin typeface="+mn-ea"/>
                <a:ea typeface="+mn-ea"/>
              </a:defRPr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>
                <a:latin typeface="+mn-ea"/>
                <a:ea typeface="+mn-ea"/>
              </a:defRPr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>
                <a:latin typeface="+mn-ea"/>
                <a:ea typeface="+mn-ea"/>
              </a:defRPr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272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>
                <a:latin typeface="+mn-ea"/>
                <a:ea typeface="+mn-ea"/>
              </a:defRPr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305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53919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alf_Pag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tx2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541231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514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1395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Half_Page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392911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880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356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n-ea"/>
              <a:ea typeface="+mn-ea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アイコンをクリックしてグラフを追加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547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アイコンをクリックして表を追加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87285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6"/>
          <p:cNvSpPr>
            <a:spLocks noChangeAspect="1" noEditPoints="1"/>
          </p:cNvSpPr>
          <p:nvPr/>
        </p:nvSpPr>
        <p:spPr bwMode="auto">
          <a:xfrm>
            <a:off x="5017326" y="2838769"/>
            <a:ext cx="2157349" cy="1146095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02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>
                <a:latin typeface="+mn-ea"/>
                <a:ea typeface="+mn-ea"/>
              </a:defRPr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>
                <a:latin typeface="+mn-ea"/>
                <a:ea typeface="+mn-ea"/>
              </a:defRPr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>
                <a:latin typeface="+mn-ea"/>
                <a:ea typeface="+mn-ea"/>
              </a:defRPr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>
                <a:latin typeface="+mn-ea"/>
                <a:ea typeface="+mn-ea"/>
              </a:defRPr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74459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</a:t>
            </a:r>
            <a:endParaRPr 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</a:lstStyle>
          <a:p>
            <a:r>
              <a:rPr lang="en-GB"/>
              <a:t>Presentation Title Goes Here</a:t>
            </a:r>
            <a:endParaRPr 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480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ea"/>
                <a:ea typeface="+mj-ea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33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>
                <a:latin typeface="+mn-ea"/>
                <a:ea typeface="+mn-ea"/>
              </a:defRPr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2640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アイコンをクリックしてグラフを追加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13875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アイコンをクリックして表を追加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4447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653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ea"/>
              <a:ea typeface="+mj-ea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824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3067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0E872-C45D-2645-AD99-BC0578CA78D3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3A111A-36FD-C647-8309-2960AAC18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8574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1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01738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3502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1441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55176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79534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40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4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9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6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0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3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2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33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3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5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3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1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35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23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95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3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94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8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77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41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3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0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48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5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49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6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68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1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32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7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1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2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5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432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07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325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68.xml"/><Relationship Id="rId33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1.xml"/><Relationship Id="rId36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75.xml"/><Relationship Id="rId40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77.xml"/><Relationship Id="rId42" Type="http://schemas.openxmlformats.org/officeDocument/2006/relationships/slideLayout" Target="../slideLayouts/slideLayout78.xml"/><Relationship Id="rId43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80.xml"/><Relationship Id="rId45" Type="http://schemas.openxmlformats.org/officeDocument/2006/relationships/slideLayout" Target="../slideLayouts/slideLayout81.xml"/><Relationship Id="rId46" Type="http://schemas.openxmlformats.org/officeDocument/2006/relationships/slideLayout" Target="../slideLayouts/slideLayout82.xml"/><Relationship Id="rId47" Type="http://schemas.openxmlformats.org/officeDocument/2006/relationships/slideLayout" Target="../slideLayouts/slideLayout83.xml"/><Relationship Id="rId48" Type="http://schemas.openxmlformats.org/officeDocument/2006/relationships/slideLayout" Target="../slideLayouts/slideLayout84.xml"/><Relationship Id="rId49" Type="http://schemas.openxmlformats.org/officeDocument/2006/relationships/slideLayout" Target="../slideLayouts/slideLayout85.xml"/><Relationship Id="rId50" Type="http://schemas.openxmlformats.org/officeDocument/2006/relationships/slideLayout" Target="../slideLayouts/slideLayout86.xml"/><Relationship Id="rId51" Type="http://schemas.openxmlformats.org/officeDocument/2006/relationships/slideLayout" Target="../slideLayouts/slideLayout87.xml"/><Relationship Id="rId52" Type="http://schemas.openxmlformats.org/officeDocument/2006/relationships/slideLayout" Target="../slideLayouts/slideLayout88.xml"/><Relationship Id="rId53" Type="http://schemas.openxmlformats.org/officeDocument/2006/relationships/slideLayout" Target="../slideLayouts/slideLayout89.xml"/><Relationship Id="rId54" Type="http://schemas.openxmlformats.org/officeDocument/2006/relationships/slideLayout" Target="../slideLayouts/slideLayout90.xml"/><Relationship Id="rId55" Type="http://schemas.openxmlformats.org/officeDocument/2006/relationships/slideLayout" Target="../slideLayouts/slideLayout91.xml"/><Relationship Id="rId56" Type="http://schemas.openxmlformats.org/officeDocument/2006/relationships/theme" Target="../theme/theme2.xml"/><Relationship Id="rId57" Type="http://schemas.openxmlformats.org/officeDocument/2006/relationships/image" Target="../media/image1.png"/><Relationship Id="rId58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Title Goes Here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6906" y="6322204"/>
            <a:ext cx="453473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27" baseline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E405DF-87C4-B218-9F6B-F6FABB6A8C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1692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2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2" r:id="rId36"/>
  </p:sldLayoutIdLst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lang="en-US" sz="3733" b="0" i="0" u="none" kern="1200" dirty="0">
          <a:solidFill>
            <a:schemeClr val="tx2"/>
          </a:solidFill>
          <a:latin typeface="+mj-ea"/>
          <a:ea typeface="+mj-ea"/>
          <a:cs typeface="CiscoSansTT Thin" charset="0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kumimoji="1"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kumimoji="1"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kumimoji="1"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10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r:embed="rId5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4658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  <p:sldLayoutId id="2147483757" r:id="rId53"/>
    <p:sldLayoutId id="2147483758" r:id="rId54"/>
    <p:sldLayoutId id="2147483760" r:id="rId5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kumimoji="1"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kumimoji="1"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Cisco Secure Access 基礎知識ガイド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SSE 概要 / 実装機能 / Webex 連携 / 設計ベストプラクティス</a:t>
            </a:r>
          </a:p>
          <a:p>
            <a:pPr/>
            <a:r>
              <a:t>2026-05-26</a:t>
            </a:r>
          </a:p>
          <a:p>
            <a:pPr/>
            <a:r>
              <a:t>Cisco light 5 12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t>1. Cisco Secure Access (CSA) とは</a:t>
            </a:r>
          </a:p>
          <a:p>
            <a:pPr/>
            <a:r>
              <a:t>2. CSA を実装するうえで押さえたい 6 つの機能</a:t>
            </a:r>
          </a:p>
          <a:p>
            <a:pPr/>
            <a:r>
              <a:t>3. 音声 / 通話品質と CSA の関係</a:t>
            </a:r>
          </a:p>
          <a:p>
            <a:pPr/>
            <a:r>
              <a:t>4. Webex 利用時に CSA の各機能が果たす役割</a:t>
            </a:r>
          </a:p>
          <a:p>
            <a:pPr/>
            <a:r>
              <a:t>5. CSA のライセンス・課金の考え方</a:t>
            </a:r>
          </a:p>
          <a:p>
            <a:pPr/>
            <a:r>
              <a:t>6. Webex で CSA を経由させている事例について</a:t>
            </a:r>
          </a:p>
          <a:p>
            <a:pPr/>
            <a:r>
              <a:t>7. SIPS / SRTP を CSA に通した際の負荷・費用</a:t>
            </a:r>
          </a:p>
          <a:p>
            <a:pPr/>
            <a:r>
              <a:t>8. Signaling / Media の設計ベストプラクティス</a:t>
            </a:r>
          </a:p>
          <a:p>
            <a:pPr/>
            <a:r>
              <a:t>9.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Cisco Secure Access (CSA) とは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ゼロトラスト前提のクラウド提供型 SSE ソリューション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ユーザー/デバイスからアプリへのアクセスを統合保護</a:t>
            </a:r>
          </a:p>
          <a:p>
            <a:pPr/>
            <a:r>
              <a:t>シングルクライアント・シングルコンソールで運用</a:t>
            </a:r>
          </a:p>
          <a:p>
            <a:pPr/>
            <a:r>
              <a:t>Cisco SASE の SSE コンポーネントとして SD-WAN と統合可能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統合機能:</a:t>
            </a:r>
          </a:p>
          <a:p>
            <a:pPr/>
            <a:r>
              <a:t>ZTNA / SWG / CASB / FWaaS</a:t>
            </a:r>
          </a:p>
          <a:p>
            <a:pPr/>
            <a:r>
              <a:t>DLP / DNS Security / RBI / DEM / AI Access</a:t>
            </a:r>
          </a:p>
          <a:p>
            <a:pPr/>
            <a:r>
              <a:t>期待効果:</a:t>
            </a:r>
          </a:p>
          <a:p>
            <a:pPr/>
            <a:r>
              <a:t>Better for Users / Easier for IT / Safer for Everyone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CSA を実装するうえで押さえたい 6 つの機能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6機能を段階導入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1) Private Access (ZTNA/VPNaaS)</a:t>
            </a:r>
          </a:p>
          <a:p>
            <a:pPr/>
            <a:r>
              <a:t>2) Internet/SaaS Access (SWG/CASB)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3) Network Security (FWaaS/IPS)</a:t>
            </a:r>
          </a:p>
          <a:p>
            <a:pPr/>
            <a:r>
              <a:t>4) Data Protection (DLP/AI Access)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5) Threat Protection (DNS Security/RBI)</a:t>
            </a:r>
          </a:p>
          <a:p>
            <a:pPr/>
            <a:r>
              <a:t>6) Visibility/Ops (DEM/AI Assistant)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音声 / 通話品質と CSA の関係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音声は遅延・ジッタ・ロスに最も敏感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直接影響(優先度高): FWaaS / ZTNA・VPNaaS / DEM</a:t>
            </a:r>
          </a:p>
          <a:p>
            <a:pPr/>
            <a:r>
              <a:t>間接影響(優先度中): DNS Security / SWG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メディア経路は直通 or 最短経路を原則</a:t>
            </a:r>
          </a:p>
          <a:p>
            <a:pPr/>
            <a:r>
              <a:t>全面ヘアピンは PoC で品質評価後に判断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Webex 利用時に CSA の各機能が果たす役割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Signaling と Media を分離設計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Signaling(HTTPS): SWG/FWaaS/DNS/DEM を適用しやすい</a:t>
            </a:r>
          </a:p>
          <a:p>
            <a:pPr/>
            <a:r>
              <a:t>制御・可視化の中心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Media(RTP/SRTP): FW最小許可 + DEM監視</a:t>
            </a:r>
          </a:p>
          <a:p>
            <a:pPr/>
            <a:r>
              <a:t>全面経由は PoC を前提に検証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CSA のライセンス・課金の考え方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基本はユーザー単位サブスクリプション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SIA / SPA は別ユーザー数で購入可能</a:t>
            </a:r>
          </a:p>
          <a:p>
            <a:pPr/>
            <a:r>
              <a:t>Essentials / Advantage グレード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コスト: ライセンス + 拡張 + 回線 + PoC/移行</a:t>
            </a:r>
          </a:p>
          <a:p>
            <a:pPr/>
            <a:r>
              <a:t>通信量従量課金モデルは公開情報で未確認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6-7. Webex 事例 / SIPS・SRTP の負荷と費用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公開情報ベースの確認事項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DEM で Webex 品質可視化</a:t>
            </a:r>
          </a:p>
          <a:p>
            <a:pPr/>
            <a:r>
              <a:t>Cloud Malware Detection 対象に Webex 記載</a:t>
            </a:r>
          </a:p>
          <a:p>
            <a:pPr/>
            <a:r>
              <a:t>Calling 全量経由の公式事例は未確認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SIPS/SRTP は遅延・ジッタ増のリスク</a:t>
            </a:r>
          </a:p>
          <a:p>
            <a:pPr/>
            <a:r>
              <a:t>推奨: Signaling 先行、Media は PoC で判断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Signaling / Media の設計ベストプラクティス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/>
            <a:r>
              <a:t>通信種別ごとの経路最適化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Signaling: SWG/FWaaS + DNS Security</a:t>
            </a:r>
          </a:p>
          <a:p>
            <a:pPr/>
            <a:r>
              <a:t>URLベース許可、ヘッダー改変は避ける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Media: 直接ブレイクアウト + DEM監視</a:t>
            </a:r>
          </a:p>
          <a:p>
            <a:pPr/>
            <a:r>
              <a:t>全通しは KPI 定義のうえ PoC で検証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CSA は 6 機能統合でゼロトラストアクセスを実現</a:t>
            </a:r>
          </a:p>
          <a:p>
            <a:pPr/>
            <a:r>
              <a:t>Webex は Signaling/Media を分離して設計</a:t>
            </a:r>
          </a:p>
          <a:p>
            <a:pPr/>
            <a:r>
              <a:t>Media は品質優先、全通しは PoC 判断</a:t>
            </a:r>
          </a:p>
          <a:p>
            <a:pPr/>
            <a:r>
              <a:t>課金はユーザー単位サブスクリプションが基本</a:t>
            </a:r>
          </a:p>
          <a:p>
            <a:pPr/>
            <a:r>
              <a:t>本資料は 2026 年版に更新済み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co Corporate Template 2017">
  <a:themeElements>
    <a:clrScheme name="Cisco White Template Colors_FINAL">
      <a:dk1>
        <a:srgbClr val="282828"/>
      </a:dk1>
      <a:lt1>
        <a:srgbClr val="005073"/>
      </a:lt1>
      <a:dk2>
        <a:srgbClr val="005073"/>
      </a:dk2>
      <a:lt2>
        <a:srgbClr val="FFFFFF"/>
      </a:lt2>
      <a:accent1>
        <a:srgbClr val="00BCEB"/>
      </a:accent1>
      <a:accent2>
        <a:srgbClr val="6EBE4A"/>
      </a:accent2>
      <a:accent3>
        <a:srgbClr val="005073"/>
      </a:accent3>
      <a:accent4>
        <a:srgbClr val="676767"/>
      </a:accent4>
      <a:accent5>
        <a:srgbClr val="FBAB18"/>
      </a:accent5>
      <a:accent6>
        <a:srgbClr val="E3241B"/>
      </a:accent6>
      <a:hlink>
        <a:srgbClr val="00BCEB"/>
      </a:hlink>
      <a:folHlink>
        <a:srgbClr val="00507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Template 2017" id="{4845E6A6-85F1-DB49-97E1-4537810831AD}" vid="{40FDB6BA-0401-6F46-8606-816E6D771D96}"/>
    </a:ext>
  </a:extLst>
</a:theme>
</file>

<file path=ppt/theme/theme2.xml><?xml version="1.0" encoding="utf-8"?>
<a:theme xmlns:a="http://schemas.openxmlformats.org/drawingml/2006/main" name="Cisco Light 05-12-2025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LIGHT_05-12-2025.pptx" id="{114B2952-8AAA-4E63-8C04-090B2C9256ED}" vid="{CF3E30BE-9D3F-45A6-99C1-A9C7E8466076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AB8B76-38B1-8F48-B9E7-46850055DC13}">
  <we:reference id="01cd1c88-25e9-4daa-b0ef-32dc541ed811" version="2.0.0.0" store="EXCatalog" storeType="EXCatalog"/>
  <we:alternateReferences>
    <we:reference id="WA200000068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19496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游ゴシック</vt:lpstr>
      <vt:lpstr>Arial</vt:lpstr>
      <vt:lpstr>Calibri</vt:lpstr>
      <vt:lpstr>CiscoSansTT</vt:lpstr>
      <vt:lpstr>CiscoSansTT Medium</vt:lpstr>
      <vt:lpstr>Cisco Corporate Template 2017</vt:lpstr>
      <vt:lpstr>Cisco Light 05-12-2025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Kimie Ito (kimiito)</dc:creator>
  <cp:lastModifiedBy>Kimie Ito (kimiito)</cp:lastModifiedBy>
  <cp:revision>1</cp:revision>
  <dcterms:created xsi:type="dcterms:W3CDTF">2023-05-19T05:10:29Z</dcterms:created>
  <dcterms:modified xsi:type="dcterms:W3CDTF">2025-10-07T07:17:20Z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2024-06-18T02:40:44Z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bb207b5d-54b4-4e05-b179-70253a48bcdb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Office テーマ:8\Cisco Corporate Template 2017:3\1_Office テーマ:8</vt:lpwstr>
  </property>
  <property fmtid="{D5CDD505-2E9C-101B-9397-08002B2CF9AE}" pid="10" name="ClassificationContentMarkingFooterText">
    <vt:lpwstr>Cisco Confidential</vt:lpwstr>
  </property>
</Properties>
</file>